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4" r:id="rId6"/>
    <p:sldId id="269" r:id="rId7"/>
    <p:sldId id="265" r:id="rId8"/>
    <p:sldId id="258" r:id="rId9"/>
    <p:sldId id="273" r:id="rId10"/>
    <p:sldId id="270" r:id="rId11"/>
    <p:sldId id="259" r:id="rId12"/>
    <p:sldId id="274" r:id="rId13"/>
    <p:sldId id="271" r:id="rId14"/>
    <p:sldId id="261" r:id="rId15"/>
    <p:sldId id="275" r:id="rId16"/>
    <p:sldId id="272" r:id="rId17"/>
    <p:sldId id="262" r:id="rId18"/>
    <p:sldId id="276" r:id="rId19"/>
    <p:sldId id="26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63" dt="2026-10-16T22:54:53.823"/>
    <p1510:client id="{5A2CDFD5-6EEF-D3D5-3F3A-0CFEB833B7DC}" v="459" dt="2026-10-16T22:12:30.083"/>
    <p1510:client id="{66DCE9A9-9404-49D8-BFA3-AF06A24303CC}" v="788" dt="2026-10-16T22:56:30.9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5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Sparshdeep Kaur" userId="S::sparshdeep-kaur@myseneca.ca::d58da31f-64fd-4ae6-87e6-182a8d2f3b81" providerId="AD" clId="Web-{00000000-0000-0000-0000-000000000000}"/>
    <pc:docChg chg="addSld">
      <pc:chgData name="- Sparshdeep Kaur" userId="S::sparshdeep-kaur@myseneca.ca::d58da31f-64fd-4ae6-87e6-182a8d2f3b81" providerId="AD" clId="Web-{00000000-0000-0000-0000-000000000000}" dt="2026-10-16T21:32:26.177" v="0"/>
      <pc:docMkLst>
        <pc:docMk/>
      </pc:docMkLst>
      <pc:sldChg chg="new">
        <pc:chgData name="- Sparshdeep Kaur" userId="S::sparshdeep-kaur@myseneca.ca::d58da31f-64fd-4ae6-87e6-182a8d2f3b81" providerId="AD" clId="Web-{00000000-0000-0000-0000-000000000000}" dt="2026-10-16T21:32:26.177" v="0"/>
        <pc:sldMkLst>
          <pc:docMk/>
          <pc:sldMk cId="1498033237" sldId="259"/>
        </pc:sldMkLst>
      </pc:sldChg>
    </pc:docChg>
  </pc:docChgLst>
  <pc:docChgLst>
    <pc:chgData name="Satt Linn Tun" userId="53d014c2-033d-440e-a50f-b30eba9758ce" providerId="ADAL" clId="{6CB48151-0006-4529-8AE6-18860DC3BE1E}"/>
    <pc:docChg chg="modSld sldOrd modMainMaster">
      <pc:chgData name="Satt Linn Tun" userId="53d014c2-033d-440e-a50f-b30eba9758ce" providerId="ADAL" clId="{6CB48151-0006-4529-8AE6-18860DC3BE1E}" dt="2026-10-16T22:56:30.995" v="41"/>
      <pc:docMkLst>
        <pc:docMk/>
      </pc:docMkLst>
      <pc:sldChg chg="addSp modSp modTransition setBg modAnim">
        <pc:chgData name="Satt Linn Tun" userId="53d014c2-033d-440e-a50f-b30eba9758ce" providerId="ADAL" clId="{6CB48151-0006-4529-8AE6-18860DC3BE1E}" dt="2026-10-16T22:56:30.995" v="41"/>
        <pc:sldMkLst>
          <pc:docMk/>
          <pc:sldMk cId="383890561" sldId="256"/>
        </pc:sldMkLst>
        <pc:spChg chg="add mod">
          <ac:chgData name="Satt Linn Tun" userId="53d014c2-033d-440e-a50f-b30eba9758ce" providerId="ADAL" clId="{6CB48151-0006-4529-8AE6-18860DC3BE1E}" dt="2026-10-16T21:24:50.145" v="1" actId="767"/>
          <ac:spMkLst>
            <pc:docMk/>
            <pc:sldMk cId="383890561" sldId="256"/>
            <ac:spMk id="7" creationId="{56BCCA30-7A24-0F73-4F91-EF4EF28CC886}"/>
          </ac:spMkLst>
        </pc:spChg>
      </pc:sldChg>
      <pc:sldChg chg="modTransition setBg">
        <pc:chgData name="Satt Linn Tun" userId="53d014c2-033d-440e-a50f-b30eba9758ce" providerId="ADAL" clId="{6CB48151-0006-4529-8AE6-18860DC3BE1E}" dt="2026-10-16T22:56:30.995" v="41"/>
        <pc:sldMkLst>
          <pc:docMk/>
          <pc:sldMk cId="3570510915" sldId="257"/>
        </pc:sldMkLst>
      </pc:sldChg>
      <pc:sldChg chg="addSp modSp modTransition setBg">
        <pc:chgData name="Satt Linn Tun" userId="53d014c2-033d-440e-a50f-b30eba9758ce" providerId="ADAL" clId="{6CB48151-0006-4529-8AE6-18860DC3BE1E}" dt="2026-10-16T22:56:30.995" v="41"/>
        <pc:sldMkLst>
          <pc:docMk/>
          <pc:sldMk cId="1717544742" sldId="258"/>
        </pc:sldMkLst>
        <pc:spChg chg="mod">
          <ac:chgData name="Satt Linn Tun" userId="53d014c2-033d-440e-a50f-b30eba9758ce" providerId="ADAL" clId="{6CB48151-0006-4529-8AE6-18860DC3BE1E}" dt="2026-10-16T21:45:07.401" v="12"/>
          <ac:spMkLst>
            <pc:docMk/>
            <pc:sldMk cId="1717544742" sldId="258"/>
            <ac:spMk id="8" creationId="{18A4F4C9-5C7F-0E3D-6345-06073DEC7AD3}"/>
          </ac:spMkLst>
        </pc:spChg>
        <pc:spChg chg="mod">
          <ac:chgData name="Satt Linn Tun" userId="53d014c2-033d-440e-a50f-b30eba9758ce" providerId="ADAL" clId="{6CB48151-0006-4529-8AE6-18860DC3BE1E}" dt="2026-10-16T21:45:07.401" v="12"/>
          <ac:spMkLst>
            <pc:docMk/>
            <pc:sldMk cId="1717544742" sldId="258"/>
            <ac:spMk id="9" creationId="{7B4301F7-0592-4BE9-1CD6-4F33EC1724B7}"/>
          </ac:spMkLst>
        </pc:spChg>
        <pc:spChg chg="mod">
          <ac:chgData name="Satt Linn Tun" userId="53d014c2-033d-440e-a50f-b30eba9758ce" providerId="ADAL" clId="{6CB48151-0006-4529-8AE6-18860DC3BE1E}" dt="2026-10-16T21:45:07.401" v="12"/>
          <ac:spMkLst>
            <pc:docMk/>
            <pc:sldMk cId="1717544742" sldId="258"/>
            <ac:spMk id="10" creationId="{711DEFED-2DE5-B08A-1C9C-8F042DBFA81D}"/>
          </ac:spMkLst>
        </pc:spChg>
        <pc:spChg chg="mod">
          <ac:chgData name="Satt Linn Tun" userId="53d014c2-033d-440e-a50f-b30eba9758ce" providerId="ADAL" clId="{6CB48151-0006-4529-8AE6-18860DC3BE1E}" dt="2026-10-16T21:45:07.401" v="12"/>
          <ac:spMkLst>
            <pc:docMk/>
            <pc:sldMk cId="1717544742" sldId="258"/>
            <ac:spMk id="11" creationId="{BFFFD9DE-6E4B-980C-013D-FEE4D99A3C16}"/>
          </ac:spMkLst>
        </pc:spChg>
        <pc:spChg chg="mod">
          <ac:chgData name="Satt Linn Tun" userId="53d014c2-033d-440e-a50f-b30eba9758ce" providerId="ADAL" clId="{6CB48151-0006-4529-8AE6-18860DC3BE1E}" dt="2026-10-16T21:45:07.401" v="12"/>
          <ac:spMkLst>
            <pc:docMk/>
            <pc:sldMk cId="1717544742" sldId="258"/>
            <ac:spMk id="12" creationId="{17022D55-2D63-23FD-719D-DEA856BE05D2}"/>
          </ac:spMkLst>
        </pc:spChg>
        <pc:grpChg chg="add mod">
          <ac:chgData name="Satt Linn Tun" userId="53d014c2-033d-440e-a50f-b30eba9758ce" providerId="ADAL" clId="{6CB48151-0006-4529-8AE6-18860DC3BE1E}" dt="2026-10-16T21:45:07.401" v="12"/>
          <ac:grpSpMkLst>
            <pc:docMk/>
            <pc:sldMk cId="1717544742" sldId="258"/>
            <ac:grpSpMk id="7" creationId="{5BE9CFE8-782E-FDAA-599F-D1C8B904AF2D}"/>
          </ac:grpSpMkLst>
        </pc:grpChg>
      </pc:sldChg>
      <pc:sldChg chg="modTransition setBg">
        <pc:chgData name="Satt Linn Tun" userId="53d014c2-033d-440e-a50f-b30eba9758ce" providerId="ADAL" clId="{6CB48151-0006-4529-8AE6-18860DC3BE1E}" dt="2026-10-16T22:56:30.995" v="41"/>
        <pc:sldMkLst>
          <pc:docMk/>
          <pc:sldMk cId="1498033237" sldId="259"/>
        </pc:sldMkLst>
      </pc:sldChg>
      <pc:sldChg chg="addSp modSp modTransition setBg">
        <pc:chgData name="Satt Linn Tun" userId="53d014c2-033d-440e-a50f-b30eba9758ce" providerId="ADAL" clId="{6CB48151-0006-4529-8AE6-18860DC3BE1E}" dt="2026-10-16T22:56:30.995" v="41"/>
        <pc:sldMkLst>
          <pc:docMk/>
          <pc:sldMk cId="985458213" sldId="260"/>
        </pc:sldMkLst>
        <pc:spChg chg="mod">
          <ac:chgData name="Satt Linn Tun" userId="53d014c2-033d-440e-a50f-b30eba9758ce" providerId="ADAL" clId="{6CB48151-0006-4529-8AE6-18860DC3BE1E}" dt="2026-10-16T22:11:07.302" v="22"/>
          <ac:spMkLst>
            <pc:docMk/>
            <pc:sldMk cId="985458213" sldId="260"/>
            <ac:spMk id="3" creationId="{4531D828-C8FD-CAA6-C278-3E2FCACBE80D}"/>
          </ac:spMkLst>
        </pc:spChg>
        <pc:spChg chg="add mod">
          <ac:chgData name="Satt Linn Tun" userId="53d014c2-033d-440e-a50f-b30eba9758ce" providerId="ADAL" clId="{6CB48151-0006-4529-8AE6-18860DC3BE1E}" dt="2026-10-16T22:52:52.691" v="37" actId="767"/>
          <ac:spMkLst>
            <pc:docMk/>
            <pc:sldMk cId="985458213" sldId="260"/>
            <ac:spMk id="4" creationId="{453FCF19-588A-9663-F436-E5810E88E8E2}"/>
          </ac:spMkLst>
        </pc:spChg>
      </pc:sldChg>
      <pc:sldChg chg="modTransition setBg">
        <pc:chgData name="Satt Linn Tun" userId="53d014c2-033d-440e-a50f-b30eba9758ce" providerId="ADAL" clId="{6CB48151-0006-4529-8AE6-18860DC3BE1E}" dt="2026-10-16T22:56:30.995" v="41"/>
        <pc:sldMkLst>
          <pc:docMk/>
          <pc:sldMk cId="3300682490" sldId="261"/>
        </pc:sldMkLst>
      </pc:sldChg>
      <pc:sldChg chg="modTransition">
        <pc:chgData name="Satt Linn Tun" userId="53d014c2-033d-440e-a50f-b30eba9758ce" providerId="ADAL" clId="{6CB48151-0006-4529-8AE6-18860DC3BE1E}" dt="2026-10-16T22:56:30.995" v="41"/>
        <pc:sldMkLst>
          <pc:docMk/>
          <pc:sldMk cId="4176153833" sldId="262"/>
        </pc:sldMkLst>
      </pc:sldChg>
      <pc:sldChg chg="ord modTransition setBg">
        <pc:chgData name="Satt Linn Tun" userId="53d014c2-033d-440e-a50f-b30eba9758ce" providerId="ADAL" clId="{6CB48151-0006-4529-8AE6-18860DC3BE1E}" dt="2026-10-16T22:56:30.995" v="41"/>
        <pc:sldMkLst>
          <pc:docMk/>
          <pc:sldMk cId="107075083" sldId="264"/>
        </pc:sldMkLst>
      </pc:sldChg>
      <pc:sldChg chg="addSp modTransition setBg">
        <pc:chgData name="Satt Linn Tun" userId="53d014c2-033d-440e-a50f-b30eba9758ce" providerId="ADAL" clId="{6CB48151-0006-4529-8AE6-18860DC3BE1E}" dt="2026-10-16T22:56:30.995" v="41"/>
        <pc:sldMkLst>
          <pc:docMk/>
          <pc:sldMk cId="2695116029" sldId="265"/>
        </pc:sldMkLst>
        <pc:picChg chg="add">
          <ac:chgData name="Satt Linn Tun" userId="53d014c2-033d-440e-a50f-b30eba9758ce" providerId="ADAL" clId="{6CB48151-0006-4529-8AE6-18860DC3BE1E}" dt="2026-10-16T21:58:56.244" v="19"/>
          <ac:picMkLst>
            <pc:docMk/>
            <pc:sldMk cId="2695116029" sldId="265"/>
            <ac:picMk id="20" creationId="{5296D44F-DC79-71A2-79E5-51291C5EA839}"/>
          </ac:picMkLst>
        </pc:picChg>
      </pc:sldChg>
      <pc:sldChg chg="ord">
        <pc:chgData name="Satt Linn Tun" userId="53d014c2-033d-440e-a50f-b30eba9758ce" providerId="ADAL" clId="{6CB48151-0006-4529-8AE6-18860DC3BE1E}" dt="2026-10-16T22:32:55.751" v="24"/>
        <pc:sldMkLst>
          <pc:docMk/>
          <pc:sldMk cId="3611145907" sldId="266"/>
        </pc:sldMkLst>
      </pc:sldChg>
      <pc:sldChg chg="ord">
        <pc:chgData name="Satt Linn Tun" userId="53d014c2-033d-440e-a50f-b30eba9758ce" providerId="ADAL" clId="{6CB48151-0006-4529-8AE6-18860DC3BE1E}" dt="2026-10-16T22:33:00.167" v="25"/>
        <pc:sldMkLst>
          <pc:docMk/>
          <pc:sldMk cId="4061678484" sldId="267"/>
        </pc:sldMkLst>
      </pc:sldChg>
      <pc:sldChg chg="ord">
        <pc:chgData name="Satt Linn Tun" userId="53d014c2-033d-440e-a50f-b30eba9758ce" providerId="ADAL" clId="{6CB48151-0006-4529-8AE6-18860DC3BE1E}" dt="2026-10-16T22:33:04.931" v="26"/>
        <pc:sldMkLst>
          <pc:docMk/>
          <pc:sldMk cId="3052920321" sldId="268"/>
        </pc:sldMkLst>
      </pc:sldChg>
      <pc:sldChg chg="ord modTransition">
        <pc:chgData name="Satt Linn Tun" userId="53d014c2-033d-440e-a50f-b30eba9758ce" providerId="ADAL" clId="{6CB48151-0006-4529-8AE6-18860DC3BE1E}" dt="2026-10-16T22:56:30.995" v="41"/>
        <pc:sldMkLst>
          <pc:docMk/>
          <pc:sldMk cId="3617811890" sldId="269"/>
        </pc:sldMkLst>
      </pc:sldChg>
      <pc:sldChg chg="ord modTransition">
        <pc:chgData name="Satt Linn Tun" userId="53d014c2-033d-440e-a50f-b30eba9758ce" providerId="ADAL" clId="{6CB48151-0006-4529-8AE6-18860DC3BE1E}" dt="2026-10-16T22:56:30.995" v="41"/>
        <pc:sldMkLst>
          <pc:docMk/>
          <pc:sldMk cId="2133566610" sldId="270"/>
        </pc:sldMkLst>
      </pc:sldChg>
      <pc:sldChg chg="ord modTransition">
        <pc:chgData name="Satt Linn Tun" userId="53d014c2-033d-440e-a50f-b30eba9758ce" providerId="ADAL" clId="{6CB48151-0006-4529-8AE6-18860DC3BE1E}" dt="2026-10-16T22:56:30.995" v="41"/>
        <pc:sldMkLst>
          <pc:docMk/>
          <pc:sldMk cId="2569785165" sldId="271"/>
        </pc:sldMkLst>
      </pc:sldChg>
      <pc:sldChg chg="ord modTransition">
        <pc:chgData name="Satt Linn Tun" userId="53d014c2-033d-440e-a50f-b30eba9758ce" providerId="ADAL" clId="{6CB48151-0006-4529-8AE6-18860DC3BE1E}" dt="2026-10-16T22:56:30.995" v="41"/>
        <pc:sldMkLst>
          <pc:docMk/>
          <pc:sldMk cId="2449182015" sldId="272"/>
        </pc:sldMkLst>
      </pc:sldChg>
      <pc:sldChg chg="ord">
        <pc:chgData name="Satt Linn Tun" userId="53d014c2-033d-440e-a50f-b30eba9758ce" providerId="ADAL" clId="{6CB48151-0006-4529-8AE6-18860DC3BE1E}" dt="2026-10-16T22:41:14.368" v="31"/>
        <pc:sldMkLst>
          <pc:docMk/>
          <pc:sldMk cId="4019656314" sldId="272"/>
        </pc:sldMkLst>
      </pc:sldChg>
      <pc:sldChg chg="ord modTransition">
        <pc:chgData name="Satt Linn Tun" userId="53d014c2-033d-440e-a50f-b30eba9758ce" providerId="ADAL" clId="{6CB48151-0006-4529-8AE6-18860DC3BE1E}" dt="2026-10-16T22:56:30.995" v="41"/>
        <pc:sldMkLst>
          <pc:docMk/>
          <pc:sldMk cId="2314248019" sldId="273"/>
        </pc:sldMkLst>
      </pc:sldChg>
      <pc:sldChg chg="ord modTransition">
        <pc:chgData name="Satt Linn Tun" userId="53d014c2-033d-440e-a50f-b30eba9758ce" providerId="ADAL" clId="{6CB48151-0006-4529-8AE6-18860DC3BE1E}" dt="2026-10-16T22:56:30.995" v="41"/>
        <pc:sldMkLst>
          <pc:docMk/>
          <pc:sldMk cId="1882698290" sldId="274"/>
        </pc:sldMkLst>
      </pc:sldChg>
      <pc:sldChg chg="ord modTransition">
        <pc:chgData name="Satt Linn Tun" userId="53d014c2-033d-440e-a50f-b30eba9758ce" providerId="ADAL" clId="{6CB48151-0006-4529-8AE6-18860DC3BE1E}" dt="2026-10-16T22:56:30.995" v="41"/>
        <pc:sldMkLst>
          <pc:docMk/>
          <pc:sldMk cId="4014436918" sldId="275"/>
        </pc:sldMkLst>
      </pc:sldChg>
      <pc:sldChg chg="addSp modSp ord modTransition">
        <pc:chgData name="Satt Linn Tun" userId="53d014c2-033d-440e-a50f-b30eba9758ce" providerId="ADAL" clId="{6CB48151-0006-4529-8AE6-18860DC3BE1E}" dt="2026-10-16T22:56:30.995" v="41"/>
        <pc:sldMkLst>
          <pc:docMk/>
          <pc:sldMk cId="2192295485" sldId="276"/>
        </pc:sldMkLst>
        <pc:spChg chg="add mod">
          <ac:chgData name="Satt Linn Tun" userId="53d014c2-033d-440e-a50f-b30eba9758ce" providerId="ADAL" clId="{6CB48151-0006-4529-8AE6-18860DC3BE1E}" dt="2026-10-16T22:55:31.531" v="39"/>
          <ac:spMkLst>
            <pc:docMk/>
            <pc:sldMk cId="2192295485" sldId="276"/>
            <ac:spMk id="3" creationId="{1131CC8C-C6E2-8308-BA92-B604CA6E0106}"/>
          </ac:spMkLst>
        </pc:spChg>
      </pc:sldChg>
      <pc:sldMasterChg chg="modTransition modSldLayout">
        <pc:chgData name="Satt Linn Tun" userId="53d014c2-033d-440e-a50f-b30eba9758ce" providerId="ADAL" clId="{6CB48151-0006-4529-8AE6-18860DC3BE1E}" dt="2026-10-16T22:56:30.995" v="41"/>
        <pc:sldMasterMkLst>
          <pc:docMk/>
          <pc:sldMasterMk cId="30677853" sldId="2147483648"/>
        </pc:sldMasterMkLst>
        <pc:sldLayoutChg chg="modTransition">
          <pc:chgData name="Satt Linn Tun" userId="53d014c2-033d-440e-a50f-b30eba9758ce" providerId="ADAL" clId="{6CB48151-0006-4529-8AE6-18860DC3BE1E}" dt="2026-10-16T22:56:30.995" v="41"/>
          <pc:sldLayoutMkLst>
            <pc:docMk/>
            <pc:sldMasterMk cId="30677853" sldId="2147483648"/>
            <pc:sldLayoutMk cId="2079421400" sldId="2147483649"/>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2491178332" sldId="2147483650"/>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2771779341" sldId="2147483651"/>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2809758674" sldId="2147483652"/>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3488428589" sldId="2147483653"/>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1326065187" sldId="2147483654"/>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1818980603" sldId="2147483655"/>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2698346726" sldId="2147483656"/>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1575827290" sldId="2147483657"/>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2648639822" sldId="2147483658"/>
          </pc:sldLayoutMkLst>
        </pc:sldLayoutChg>
        <pc:sldLayoutChg chg="modTransition">
          <pc:chgData name="Satt Linn Tun" userId="53d014c2-033d-440e-a50f-b30eba9758ce" providerId="ADAL" clId="{6CB48151-0006-4529-8AE6-18860DC3BE1E}" dt="2026-10-16T22:56:30.995" v="41"/>
          <pc:sldLayoutMkLst>
            <pc:docMk/>
            <pc:sldMasterMk cId="30677853" sldId="2147483648"/>
            <pc:sldLayoutMk cId="2873637207" sldId="2147483659"/>
          </pc:sldLayoutMkLst>
        </pc:sldLayoutChg>
      </pc:sldMasterChg>
    </pc:docChg>
  </pc:docChgLst>
  <pc:docChgLst>
    <pc:chgData name="Kyaw Bhone Khant" userId="S::kbkhant@myseneca.ca::edd5f96b-de45-45b7-a1ca-b48707c76bbb" providerId="AD" clId="Web-{5A2CDFD5-6EEF-D3D5-3F3A-0CFEB833B7DC}"/>
    <pc:docChg chg="modSld">
      <pc:chgData name="Kyaw Bhone Khant" userId="S::kbkhant@myseneca.ca::edd5f96b-de45-45b7-a1ca-b48707c76bbb" providerId="AD" clId="Web-{5A2CDFD5-6EEF-D3D5-3F3A-0CFEB833B7DC}" dt="2026-10-16T22:12:30.083" v="282" actId="1076"/>
      <pc:docMkLst>
        <pc:docMk/>
      </pc:docMkLst>
      <pc:sldChg chg="addSp delSp modSp">
        <pc:chgData name="Kyaw Bhone Khant" userId="S::kbkhant@myseneca.ca::edd5f96b-de45-45b7-a1ca-b48707c76bbb" providerId="AD" clId="Web-{5A2CDFD5-6EEF-D3D5-3F3A-0CFEB833B7DC}" dt="2026-10-16T21:36:51.927" v="88" actId="1076"/>
        <pc:sldMkLst>
          <pc:docMk/>
          <pc:sldMk cId="1717544742" sldId="258"/>
        </pc:sldMkLst>
        <pc:spChg chg="add del mod">
          <ac:chgData name="Kyaw Bhone Khant" userId="S::kbkhant@myseneca.ca::edd5f96b-de45-45b7-a1ca-b48707c76bbb" providerId="AD" clId="Web-{5A2CDFD5-6EEF-D3D5-3F3A-0CFEB833B7DC}" dt="2026-10-16T21:24:50.386" v="3"/>
          <ac:spMkLst>
            <pc:docMk/>
            <pc:sldMk cId="1717544742" sldId="258"/>
            <ac:spMk id="2" creationId="{4E86DBBC-652F-C5C1-7FDE-1A2DBC0EE2A8}"/>
          </ac:spMkLst>
        </pc:spChg>
        <pc:spChg chg="mod">
          <ac:chgData name="Kyaw Bhone Khant" userId="S::kbkhant@myseneca.ca::edd5f96b-de45-45b7-a1ca-b48707c76bbb" providerId="AD" clId="Web-{5A2CDFD5-6EEF-D3D5-3F3A-0CFEB833B7DC}" dt="2026-10-16T21:32:30.861" v="57" actId="20577"/>
          <ac:spMkLst>
            <pc:docMk/>
            <pc:sldMk cId="1717544742" sldId="258"/>
            <ac:spMk id="3" creationId="{E58C36AC-8B38-1C12-FFDC-5D48BCB44475}"/>
          </ac:spMkLst>
        </pc:spChg>
        <pc:spChg chg="add mod">
          <ac:chgData name="Kyaw Bhone Khant" userId="S::kbkhant@myseneca.ca::edd5f96b-de45-45b7-a1ca-b48707c76bbb" providerId="AD" clId="Web-{5A2CDFD5-6EEF-D3D5-3F3A-0CFEB833B7DC}" dt="2026-10-16T21:36:51.927" v="88" actId="1076"/>
          <ac:spMkLst>
            <pc:docMk/>
            <pc:sldMk cId="1717544742" sldId="258"/>
            <ac:spMk id="4" creationId="{97CD6252-9985-7A25-62E4-10536A994428}"/>
          </ac:spMkLst>
        </pc:spChg>
      </pc:sldChg>
      <pc:sldChg chg="addSp delSp modSp">
        <pc:chgData name="Kyaw Bhone Khant" userId="S::kbkhant@myseneca.ca::edd5f96b-de45-45b7-a1ca-b48707c76bbb" providerId="AD" clId="Web-{5A2CDFD5-6EEF-D3D5-3F3A-0CFEB833B7DC}" dt="2026-10-16T21:58:24.085" v="231" actId="20577"/>
        <pc:sldMkLst>
          <pc:docMk/>
          <pc:sldMk cId="1498033237" sldId="259"/>
        </pc:sldMkLst>
        <pc:spChg chg="add mod">
          <ac:chgData name="Kyaw Bhone Khant" userId="S::kbkhant@myseneca.ca::edd5f96b-de45-45b7-a1ca-b48707c76bbb" providerId="AD" clId="Web-{5A2CDFD5-6EEF-D3D5-3F3A-0CFEB833B7DC}" dt="2026-10-16T21:43:03.088" v="125" actId="1076"/>
          <ac:spMkLst>
            <pc:docMk/>
            <pc:sldMk cId="1498033237" sldId="259"/>
            <ac:spMk id="2" creationId="{81DC24DD-F1B7-1C9B-7384-781C40E93EFE}"/>
          </ac:spMkLst>
        </pc:spChg>
        <pc:spChg chg="add mod">
          <ac:chgData name="Kyaw Bhone Khant" userId="S::kbkhant@myseneca.ca::edd5f96b-de45-45b7-a1ca-b48707c76bbb" providerId="AD" clId="Web-{5A2CDFD5-6EEF-D3D5-3F3A-0CFEB833B7DC}" dt="2026-10-16T21:39:55.413" v="106" actId="20577"/>
          <ac:spMkLst>
            <pc:docMk/>
            <pc:sldMk cId="1498033237" sldId="259"/>
            <ac:spMk id="3" creationId="{AF5E01C0-EF50-9ADE-3C1F-3F690EE43A9F}"/>
          </ac:spMkLst>
        </pc:spChg>
        <pc:spChg chg="add mod">
          <ac:chgData name="Kyaw Bhone Khant" userId="S::kbkhant@myseneca.ca::edd5f96b-de45-45b7-a1ca-b48707c76bbb" providerId="AD" clId="Web-{5A2CDFD5-6EEF-D3D5-3F3A-0CFEB833B7DC}" dt="2026-10-16T21:50:35.187" v="205" actId="20577"/>
          <ac:spMkLst>
            <pc:docMk/>
            <pc:sldMk cId="1498033237" sldId="259"/>
            <ac:spMk id="4" creationId="{740F48AF-E5EB-C127-39B2-3263589D2F1C}"/>
          </ac:spMkLst>
        </pc:spChg>
        <pc:spChg chg="add mod">
          <ac:chgData name="Kyaw Bhone Khant" userId="S::kbkhant@myseneca.ca::edd5f96b-de45-45b7-a1ca-b48707c76bbb" providerId="AD" clId="Web-{5A2CDFD5-6EEF-D3D5-3F3A-0CFEB833B7DC}" dt="2026-10-16T21:58:24.085" v="231" actId="20577"/>
          <ac:spMkLst>
            <pc:docMk/>
            <pc:sldMk cId="1498033237" sldId="259"/>
            <ac:spMk id="5" creationId="{F021B6B5-7C77-AD97-FA6A-1D49A1F9FA1E}"/>
          </ac:spMkLst>
        </pc:spChg>
        <pc:spChg chg="add mod">
          <ac:chgData name="Kyaw Bhone Khant" userId="S::kbkhant@myseneca.ca::edd5f96b-de45-45b7-a1ca-b48707c76bbb" providerId="AD" clId="Web-{5A2CDFD5-6EEF-D3D5-3F3A-0CFEB833B7DC}" dt="2026-10-16T21:50:21.734" v="204" actId="20577"/>
          <ac:spMkLst>
            <pc:docMk/>
            <pc:sldMk cId="1498033237" sldId="259"/>
            <ac:spMk id="6" creationId="{84BE942D-D0C8-E185-3B9D-44032775946B}"/>
          </ac:spMkLst>
        </pc:spChg>
        <pc:spChg chg="add mod">
          <ac:chgData name="Kyaw Bhone Khant" userId="S::kbkhant@myseneca.ca::edd5f96b-de45-45b7-a1ca-b48707c76bbb" providerId="AD" clId="Web-{5A2CDFD5-6EEF-D3D5-3F3A-0CFEB833B7DC}" dt="2026-10-16T21:40:23.383" v="111" actId="1076"/>
          <ac:spMkLst>
            <pc:docMk/>
            <pc:sldMk cId="1498033237" sldId="259"/>
            <ac:spMk id="7" creationId="{DC9F2068-6779-F6AF-EDD5-00ABAD57C14F}"/>
          </ac:spMkLst>
        </pc:spChg>
        <pc:spChg chg="add del mod">
          <ac:chgData name="Kyaw Bhone Khant" userId="S::kbkhant@myseneca.ca::edd5f96b-de45-45b7-a1ca-b48707c76bbb" providerId="AD" clId="Web-{5A2CDFD5-6EEF-D3D5-3F3A-0CFEB833B7DC}" dt="2026-10-16T21:41:49.134" v="124"/>
          <ac:spMkLst>
            <pc:docMk/>
            <pc:sldMk cId="1498033237" sldId="259"/>
            <ac:spMk id="9" creationId="{3D291AC1-FF25-D17F-E2C2-DE33A6B038FF}"/>
          </ac:spMkLst>
        </pc:spChg>
        <pc:spChg chg="add del mod">
          <ac:chgData name="Kyaw Bhone Khant" userId="S::kbkhant@myseneca.ca::edd5f96b-de45-45b7-a1ca-b48707c76bbb" providerId="AD" clId="Web-{5A2CDFD5-6EEF-D3D5-3F3A-0CFEB833B7DC}" dt="2026-10-16T21:45:37.668" v="161"/>
          <ac:spMkLst>
            <pc:docMk/>
            <pc:sldMk cId="1498033237" sldId="259"/>
            <ac:spMk id="10" creationId="{14BA0706-0E1D-EE88-8158-45340E3FE35B}"/>
          </ac:spMkLst>
        </pc:spChg>
        <pc:spChg chg="add mod">
          <ac:chgData name="Kyaw Bhone Khant" userId="S::kbkhant@myseneca.ca::edd5f96b-de45-45b7-a1ca-b48707c76bbb" providerId="AD" clId="Web-{5A2CDFD5-6EEF-D3D5-3F3A-0CFEB833B7DC}" dt="2026-10-16T21:51:57.251" v="216" actId="20577"/>
          <ac:spMkLst>
            <pc:docMk/>
            <pc:sldMk cId="1498033237" sldId="259"/>
            <ac:spMk id="11" creationId="{EB76F420-6A5A-2AB6-DDB3-76D55119E66E}"/>
          </ac:spMkLst>
        </pc:spChg>
        <pc:grpChg chg="add mod">
          <ac:chgData name="Kyaw Bhone Khant" userId="S::kbkhant@myseneca.ca::edd5f96b-de45-45b7-a1ca-b48707c76bbb" providerId="AD" clId="Web-{5A2CDFD5-6EEF-D3D5-3F3A-0CFEB833B7DC}" dt="2026-10-16T21:40:51.805" v="115" actId="1076"/>
          <ac:grpSpMkLst>
            <pc:docMk/>
            <pc:sldMk cId="1498033237" sldId="259"/>
            <ac:grpSpMk id="8" creationId="{36E4750E-4394-E08A-280D-518F7FCB25EE}"/>
          </ac:grpSpMkLst>
        </pc:grpChg>
      </pc:sldChg>
      <pc:sldChg chg="addSp modSp">
        <pc:chgData name="Kyaw Bhone Khant" userId="S::kbkhant@myseneca.ca::edd5f96b-de45-45b7-a1ca-b48707c76bbb" providerId="AD" clId="Web-{5A2CDFD5-6EEF-D3D5-3F3A-0CFEB833B7DC}" dt="2026-10-16T22:01:02.493" v="260" actId="20577"/>
        <pc:sldMkLst>
          <pc:docMk/>
          <pc:sldMk cId="3300682490" sldId="261"/>
        </pc:sldMkLst>
        <pc:spChg chg="add mod">
          <ac:chgData name="Kyaw Bhone Khant" userId="S::kbkhant@myseneca.ca::edd5f96b-de45-45b7-a1ca-b48707c76bbb" providerId="AD" clId="Web-{5A2CDFD5-6EEF-D3D5-3F3A-0CFEB833B7DC}" dt="2026-10-16T21:59:56.336" v="250" actId="14100"/>
          <ac:spMkLst>
            <pc:docMk/>
            <pc:sldMk cId="3300682490" sldId="261"/>
            <ac:spMk id="2" creationId="{11AC3E56-2C3A-00E8-DD38-53023055EF44}"/>
          </ac:spMkLst>
        </pc:spChg>
        <pc:spChg chg="mod">
          <ac:chgData name="Kyaw Bhone Khant" userId="S::kbkhant@myseneca.ca::edd5f96b-de45-45b7-a1ca-b48707c76bbb" providerId="AD" clId="Web-{5A2CDFD5-6EEF-D3D5-3F3A-0CFEB833B7DC}" dt="2026-10-16T22:00:12.946" v="252" actId="1076"/>
          <ac:spMkLst>
            <pc:docMk/>
            <pc:sldMk cId="3300682490" sldId="261"/>
            <ac:spMk id="3" creationId="{B5045772-06A5-6DB8-00B7-07654F9C01E4}"/>
          </ac:spMkLst>
        </pc:spChg>
        <pc:spChg chg="add mod">
          <ac:chgData name="Kyaw Bhone Khant" userId="S::kbkhant@myseneca.ca::edd5f96b-de45-45b7-a1ca-b48707c76bbb" providerId="AD" clId="Web-{5A2CDFD5-6EEF-D3D5-3F3A-0CFEB833B7DC}" dt="2026-10-16T22:01:02.493" v="260" actId="20577"/>
          <ac:spMkLst>
            <pc:docMk/>
            <pc:sldMk cId="3300682490" sldId="261"/>
            <ac:spMk id="4" creationId="{80C1E520-F5CC-6E64-B09F-2E3F975D9347}"/>
          </ac:spMkLst>
        </pc:spChg>
      </pc:sldChg>
      <pc:sldChg chg="addSp modSp">
        <pc:chgData name="Kyaw Bhone Khant" userId="S::kbkhant@myseneca.ca::edd5f96b-de45-45b7-a1ca-b48707c76bbb" providerId="AD" clId="Web-{5A2CDFD5-6EEF-D3D5-3F3A-0CFEB833B7DC}" dt="2026-10-16T22:12:30.083" v="282" actId="1076"/>
        <pc:sldMkLst>
          <pc:docMk/>
          <pc:sldMk cId="4176153833" sldId="262"/>
        </pc:sldMkLst>
        <pc:spChg chg="add mod">
          <ac:chgData name="Kyaw Bhone Khant" userId="S::kbkhant@myseneca.ca::edd5f96b-de45-45b7-a1ca-b48707c76bbb" providerId="AD" clId="Web-{5A2CDFD5-6EEF-D3D5-3F3A-0CFEB833B7DC}" dt="2026-10-16T22:05:23.796" v="271" actId="20577"/>
          <ac:spMkLst>
            <pc:docMk/>
            <pc:sldMk cId="4176153833" sldId="262"/>
            <ac:spMk id="2" creationId="{46550000-1098-6B6C-B55F-1F071DBBF6B2}"/>
          </ac:spMkLst>
        </pc:spChg>
        <pc:spChg chg="add mod">
          <ac:chgData name="Kyaw Bhone Khant" userId="S::kbkhant@myseneca.ca::edd5f96b-de45-45b7-a1ca-b48707c76bbb" providerId="AD" clId="Web-{5A2CDFD5-6EEF-D3D5-3F3A-0CFEB833B7DC}" dt="2026-10-16T22:12:14.896" v="277" actId="20577"/>
          <ac:spMkLst>
            <pc:docMk/>
            <pc:sldMk cId="4176153833" sldId="262"/>
            <ac:spMk id="3" creationId="{031B7C97-CD1F-51D0-62CD-1181B4550338}"/>
          </ac:spMkLst>
        </pc:spChg>
        <pc:spChg chg="add mod">
          <ac:chgData name="Kyaw Bhone Khant" userId="S::kbkhant@myseneca.ca::edd5f96b-de45-45b7-a1ca-b48707c76bbb" providerId="AD" clId="Web-{5A2CDFD5-6EEF-D3D5-3F3A-0CFEB833B7DC}" dt="2026-10-16T22:12:30.083" v="282" actId="1076"/>
          <ac:spMkLst>
            <pc:docMk/>
            <pc:sldMk cId="4176153833" sldId="262"/>
            <ac:spMk id="4" creationId="{F28C8F09-9E7A-4553-4618-8B1AFB281A21}"/>
          </ac:spMkLst>
        </pc:spChg>
      </pc:sldChg>
    </pc:docChg>
  </pc:docChgLst>
  <pc:docChgLst>
    <pc:chgData name="Kyaw Bhone Khant" userId="S::kbkhant@myseneca.ca::edd5f96b-de45-45b7-a1ca-b48707c76bbb" providerId="AD" clId="Web-{00000000-0000-0000-0000-000000000000}"/>
    <pc:docChg chg="modSld">
      <pc:chgData name="Kyaw Bhone Khant" userId="S::kbkhant@myseneca.ca::edd5f96b-de45-45b7-a1ca-b48707c76bbb" providerId="AD" clId="Web-{00000000-0000-0000-0000-000000000000}" dt="2026-10-16T22:54:53.823" v="311" actId="1076"/>
      <pc:docMkLst>
        <pc:docMk/>
      </pc:docMkLst>
      <pc:sldChg chg="modSp">
        <pc:chgData name="Kyaw Bhone Khant" userId="S::kbkhant@myseneca.ca::edd5f96b-de45-45b7-a1ca-b48707c76bbb" providerId="AD" clId="Web-{00000000-0000-0000-0000-000000000000}" dt="2026-10-16T22:38:05.202" v="166" actId="1076"/>
        <pc:sldMkLst>
          <pc:docMk/>
          <pc:sldMk cId="1717544742" sldId="258"/>
        </pc:sldMkLst>
        <pc:picChg chg="mod">
          <ac:chgData name="Kyaw Bhone Khant" userId="S::kbkhant@myseneca.ca::edd5f96b-de45-45b7-a1ca-b48707c76bbb" providerId="AD" clId="Web-{00000000-0000-0000-0000-000000000000}" dt="2026-10-16T22:38:05.202" v="166" actId="1076"/>
          <ac:picMkLst>
            <pc:docMk/>
            <pc:sldMk cId="1717544742" sldId="258"/>
            <ac:picMk id="6" creationId="{E694BAFD-A570-0AE5-560B-84DDEBF8E1A2}"/>
          </ac:picMkLst>
        </pc:picChg>
      </pc:sldChg>
      <pc:sldChg chg="modSp">
        <pc:chgData name="Kyaw Bhone Khant" userId="S::kbkhant@myseneca.ca::edd5f96b-de45-45b7-a1ca-b48707c76bbb" providerId="AD" clId="Web-{00000000-0000-0000-0000-000000000000}" dt="2026-10-16T22:49:27.106" v="248" actId="20577"/>
        <pc:sldMkLst>
          <pc:docMk/>
          <pc:sldMk cId="3300682490" sldId="261"/>
        </pc:sldMkLst>
        <pc:spChg chg="mod">
          <ac:chgData name="Kyaw Bhone Khant" userId="S::kbkhant@myseneca.ca::edd5f96b-de45-45b7-a1ca-b48707c76bbb" providerId="AD" clId="Web-{00000000-0000-0000-0000-000000000000}" dt="2026-10-16T22:49:27.106" v="248" actId="20577"/>
          <ac:spMkLst>
            <pc:docMk/>
            <pc:sldMk cId="3300682490" sldId="261"/>
            <ac:spMk id="2" creationId="{11AC3E56-2C3A-00E8-DD38-53023055EF44}"/>
          </ac:spMkLst>
        </pc:spChg>
      </pc:sldChg>
      <pc:sldChg chg="addSp delSp modSp">
        <pc:chgData name="Kyaw Bhone Khant" userId="S::kbkhant@myseneca.ca::edd5f96b-de45-45b7-a1ca-b48707c76bbb" providerId="AD" clId="Web-{00000000-0000-0000-0000-000000000000}" dt="2026-10-16T22:32:08.375" v="164" actId="20577"/>
        <pc:sldMkLst>
          <pc:docMk/>
          <pc:sldMk cId="4176153833" sldId="262"/>
        </pc:sldMkLst>
        <pc:spChg chg="mod">
          <ac:chgData name="Kyaw Bhone Khant" userId="S::kbkhant@myseneca.ca::edd5f96b-de45-45b7-a1ca-b48707c76bbb" providerId="AD" clId="Web-{00000000-0000-0000-0000-000000000000}" dt="2026-10-16T22:31:42.093" v="154" actId="20577"/>
          <ac:spMkLst>
            <pc:docMk/>
            <pc:sldMk cId="4176153833" sldId="262"/>
            <ac:spMk id="2" creationId="{46550000-1098-6B6C-B55F-1F071DBBF6B2}"/>
          </ac:spMkLst>
        </pc:spChg>
        <pc:spChg chg="mod">
          <ac:chgData name="Kyaw Bhone Khant" userId="S::kbkhant@myseneca.ca::edd5f96b-de45-45b7-a1ca-b48707c76bbb" providerId="AD" clId="Web-{00000000-0000-0000-0000-000000000000}" dt="2026-10-16T22:30:23.203" v="122" actId="1076"/>
          <ac:spMkLst>
            <pc:docMk/>
            <pc:sldMk cId="4176153833" sldId="262"/>
            <ac:spMk id="3" creationId="{031B7C97-CD1F-51D0-62CD-1181B4550338}"/>
          </ac:spMkLst>
        </pc:spChg>
        <pc:spChg chg="mod">
          <ac:chgData name="Kyaw Bhone Khant" userId="S::kbkhant@myseneca.ca::edd5f96b-de45-45b7-a1ca-b48707c76bbb" providerId="AD" clId="Web-{00000000-0000-0000-0000-000000000000}" dt="2026-10-16T22:32:08.375" v="164" actId="20577"/>
          <ac:spMkLst>
            <pc:docMk/>
            <pc:sldMk cId="4176153833" sldId="262"/>
            <ac:spMk id="4" creationId="{F28C8F09-9E7A-4553-4618-8B1AFB281A21}"/>
          </ac:spMkLst>
        </pc:spChg>
        <pc:spChg chg="add del mod">
          <ac:chgData name="Kyaw Bhone Khant" userId="S::kbkhant@myseneca.ca::edd5f96b-de45-45b7-a1ca-b48707c76bbb" providerId="AD" clId="Web-{00000000-0000-0000-0000-000000000000}" dt="2026-10-16T22:28:02.344" v="75"/>
          <ac:spMkLst>
            <pc:docMk/>
            <pc:sldMk cId="4176153833" sldId="262"/>
            <ac:spMk id="5" creationId="{2FF4E174-FE41-788B-A795-63CB2229FBA6}"/>
          </ac:spMkLst>
        </pc:spChg>
      </pc:sldChg>
      <pc:sldChg chg="addSp delSp modSp">
        <pc:chgData name="Kyaw Bhone Khant" userId="S::kbkhant@myseneca.ca::edd5f96b-de45-45b7-a1ca-b48707c76bbb" providerId="AD" clId="Web-{00000000-0000-0000-0000-000000000000}" dt="2026-10-16T22:39:57.295" v="203" actId="1076"/>
        <pc:sldMkLst>
          <pc:docMk/>
          <pc:sldMk cId="2695116029" sldId="265"/>
        </pc:sldMkLst>
        <pc:spChg chg="add del mod">
          <ac:chgData name="Kyaw Bhone Khant" userId="S::kbkhant@myseneca.ca::edd5f96b-de45-45b7-a1ca-b48707c76bbb" providerId="AD" clId="Web-{00000000-0000-0000-0000-000000000000}" dt="2026-10-16T22:38:23.311" v="170"/>
          <ac:spMkLst>
            <pc:docMk/>
            <pc:sldMk cId="2695116029" sldId="265"/>
            <ac:spMk id="3" creationId="{4AFE1CBB-D771-E2D8-9180-B2615C1D2D30}"/>
          </ac:spMkLst>
        </pc:spChg>
        <pc:spChg chg="add mod">
          <ac:chgData name="Kyaw Bhone Khant" userId="S::kbkhant@myseneca.ca::edd5f96b-de45-45b7-a1ca-b48707c76bbb" providerId="AD" clId="Web-{00000000-0000-0000-0000-000000000000}" dt="2026-10-16T22:39:57.295" v="203" actId="1076"/>
          <ac:spMkLst>
            <pc:docMk/>
            <pc:sldMk cId="2695116029" sldId="265"/>
            <ac:spMk id="4" creationId="{43F97129-955E-AB91-8B33-161751FE727B}"/>
          </ac:spMkLst>
        </pc:spChg>
      </pc:sldChg>
      <pc:sldChg chg="modSp">
        <pc:chgData name="Kyaw Bhone Khant" userId="S::kbkhant@myseneca.ca::edd5f96b-de45-45b7-a1ca-b48707c76bbb" providerId="AD" clId="Web-{00000000-0000-0000-0000-000000000000}" dt="2026-10-16T22:43:36.748" v="207" actId="1076"/>
        <pc:sldMkLst>
          <pc:docMk/>
          <pc:sldMk cId="3052920321" sldId="268"/>
        </pc:sldMkLst>
        <pc:spChg chg="mod modVis">
          <ac:chgData name="Kyaw Bhone Khant" userId="S::kbkhant@myseneca.ca::edd5f96b-de45-45b7-a1ca-b48707c76bbb" providerId="AD" clId="Web-{00000000-0000-0000-0000-000000000000}" dt="2026-10-16T22:43:36.748" v="207" actId="1076"/>
          <ac:spMkLst>
            <pc:docMk/>
            <pc:sldMk cId="3052920321" sldId="268"/>
            <ac:spMk id="17" creationId="{90EA185C-018F-76F6-65E7-556BFF12EF2F}"/>
          </ac:spMkLst>
        </pc:spChg>
        <pc:spChg chg="ord">
          <ac:chgData name="Kyaw Bhone Khant" userId="S::kbkhant@myseneca.ca::edd5f96b-de45-45b7-a1ca-b48707c76bbb" providerId="AD" clId="Web-{00000000-0000-0000-0000-000000000000}" dt="2026-10-16T22:43:24.951" v="206"/>
          <ac:spMkLst>
            <pc:docMk/>
            <pc:sldMk cId="3052920321" sldId="268"/>
            <ac:spMk id="22" creationId="{0CE178F1-3419-DB04-68A1-753556F28B1F}"/>
          </ac:spMkLst>
        </pc:spChg>
      </pc:sldChg>
      <pc:sldChg chg="addSp delSp modSp">
        <pc:chgData name="Kyaw Bhone Khant" userId="S::kbkhant@myseneca.ca::edd5f96b-de45-45b7-a1ca-b48707c76bbb" providerId="AD" clId="Web-{00000000-0000-0000-0000-000000000000}" dt="2026-10-16T22:48:14.231" v="230" actId="1076"/>
        <pc:sldMkLst>
          <pc:docMk/>
          <pc:sldMk cId="2133566610" sldId="270"/>
        </pc:sldMkLst>
        <pc:spChg chg="add mod">
          <ac:chgData name="Kyaw Bhone Khant" userId="S::kbkhant@myseneca.ca::edd5f96b-de45-45b7-a1ca-b48707c76bbb" providerId="AD" clId="Web-{00000000-0000-0000-0000-000000000000}" dt="2026-10-16T22:47:33.450" v="222" actId="1076"/>
          <ac:spMkLst>
            <pc:docMk/>
            <pc:sldMk cId="2133566610" sldId="270"/>
            <ac:spMk id="3" creationId="{ABBAB705-4E2E-220F-2954-AC523BBD4517}"/>
          </ac:spMkLst>
        </pc:spChg>
        <pc:spChg chg="add del">
          <ac:chgData name="Kyaw Bhone Khant" userId="S::kbkhant@myseneca.ca::edd5f96b-de45-45b7-a1ca-b48707c76bbb" providerId="AD" clId="Web-{00000000-0000-0000-0000-000000000000}" dt="2026-10-16T22:47:50.169" v="224"/>
          <ac:spMkLst>
            <pc:docMk/>
            <pc:sldMk cId="2133566610" sldId="270"/>
            <ac:spMk id="4" creationId="{3B4F439A-F418-EAD9-8C01-1416D7BAEB2C}"/>
          </ac:spMkLst>
        </pc:spChg>
        <pc:spChg chg="add mod">
          <ac:chgData name="Kyaw Bhone Khant" userId="S::kbkhant@myseneca.ca::edd5f96b-de45-45b7-a1ca-b48707c76bbb" providerId="AD" clId="Web-{00000000-0000-0000-0000-000000000000}" dt="2026-10-16T22:48:14.231" v="230" actId="1076"/>
          <ac:spMkLst>
            <pc:docMk/>
            <pc:sldMk cId="2133566610" sldId="270"/>
            <ac:spMk id="5" creationId="{CB3A10D1-782A-4A6E-8BA3-8B96613A1E5A}"/>
          </ac:spMkLst>
        </pc:spChg>
      </pc:sldChg>
      <pc:sldChg chg="addSp modSp">
        <pc:chgData name="Kyaw Bhone Khant" userId="S::kbkhant@myseneca.ca::edd5f96b-de45-45b7-a1ca-b48707c76bbb" providerId="AD" clId="Web-{00000000-0000-0000-0000-000000000000}" dt="2026-10-16T22:54:53.823" v="311" actId="1076"/>
        <pc:sldMkLst>
          <pc:docMk/>
          <pc:sldMk cId="2569785165" sldId="271"/>
        </pc:sldMkLst>
        <pc:spChg chg="add mod">
          <ac:chgData name="Kyaw Bhone Khant" userId="S::kbkhant@myseneca.ca::edd5f96b-de45-45b7-a1ca-b48707c76bbb" providerId="AD" clId="Web-{00000000-0000-0000-0000-000000000000}" dt="2026-10-16T22:54:53.823" v="311" actId="1076"/>
          <ac:spMkLst>
            <pc:docMk/>
            <pc:sldMk cId="2569785165" sldId="271"/>
            <ac:spMk id="3" creationId="{857CC97E-F0EB-6C19-4BBE-83F05A1ACD6E}"/>
          </ac:spMkLst>
        </pc:spChg>
        <pc:spChg chg="add mod">
          <ac:chgData name="Kyaw Bhone Khant" userId="S::kbkhant@myseneca.ca::edd5f96b-de45-45b7-a1ca-b48707c76bbb" providerId="AD" clId="Web-{00000000-0000-0000-0000-000000000000}" dt="2026-10-16T22:50:51.433" v="261" actId="1076"/>
          <ac:spMkLst>
            <pc:docMk/>
            <pc:sldMk cId="2569785165" sldId="271"/>
            <ac:spMk id="4" creationId="{3038B781-B414-6A63-DEFD-C36539DF5A5F}"/>
          </ac:spMkLst>
        </pc:spChg>
      </pc:sldChg>
      <pc:sldChg chg="addSp modSp">
        <pc:chgData name="Kyaw Bhone Khant" userId="S::kbkhant@myseneca.ca::edd5f96b-de45-45b7-a1ca-b48707c76bbb" providerId="AD" clId="Web-{00000000-0000-0000-0000-000000000000}" dt="2026-10-16T22:53:38.823" v="289" actId="1076"/>
        <pc:sldMkLst>
          <pc:docMk/>
          <pc:sldMk cId="2449182015" sldId="272"/>
        </pc:sldMkLst>
        <pc:spChg chg="add mod">
          <ac:chgData name="Kyaw Bhone Khant" userId="S::kbkhant@myseneca.ca::edd5f96b-de45-45b7-a1ca-b48707c76bbb" providerId="AD" clId="Web-{00000000-0000-0000-0000-000000000000}" dt="2026-10-16T22:53:38.823" v="289" actId="1076"/>
          <ac:spMkLst>
            <pc:docMk/>
            <pc:sldMk cId="2449182015" sldId="272"/>
            <ac:spMk id="3" creationId="{86457CCC-3518-CCC1-0EED-FADD31EEB120}"/>
          </ac:spMkLst>
        </pc:spChg>
        <pc:spChg chg="mod">
          <ac:chgData name="Kyaw Bhone Khant" userId="S::kbkhant@myseneca.ca::edd5f96b-de45-45b7-a1ca-b48707c76bbb" providerId="AD" clId="Web-{00000000-0000-0000-0000-000000000000}" dt="2026-10-16T22:44:49.091" v="217" actId="1076"/>
          <ac:spMkLst>
            <pc:docMk/>
            <pc:sldMk cId="2449182015" sldId="272"/>
            <ac:spMk id="17" creationId="{1CF78042-69A9-9E9D-0757-7A52886758C8}"/>
          </ac:spMkLst>
        </pc:spChg>
        <pc:spChg chg="mod ord">
          <ac:chgData name="Kyaw Bhone Khant" userId="S::kbkhant@myseneca.ca::edd5f96b-de45-45b7-a1ca-b48707c76bbb" providerId="AD" clId="Web-{00000000-0000-0000-0000-000000000000}" dt="2026-10-16T22:51:22.152" v="264" actId="1076"/>
          <ac:spMkLst>
            <pc:docMk/>
            <pc:sldMk cId="2449182015" sldId="272"/>
            <ac:spMk id="22" creationId="{C6F278F9-073F-A759-A75A-3AB4E4A6FF6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C66B-FD09-0132-1E7C-12D310C65D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70B15CA6-EB3C-7F7A-912F-B07C7365D4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DFDF1CD-E792-36B0-B355-0C18BEE1B00E}"/>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5" name="Footer Placeholder 4">
            <a:extLst>
              <a:ext uri="{FF2B5EF4-FFF2-40B4-BE49-F238E27FC236}">
                <a16:creationId xmlns:a16="http://schemas.microsoft.com/office/drawing/2014/main" id="{411703E4-B1B1-91C7-99D1-DAC4A38A8CF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F46F973-E9E2-E18D-8CF9-897EBFEFC8C6}"/>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20794214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59CF3-1152-73FB-9063-653C3B7F1AA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FB17DFE-343C-16EB-23BB-030E88BAF6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C200437-E423-2A09-E038-5D66EB12E15E}"/>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5" name="Footer Placeholder 4">
            <a:extLst>
              <a:ext uri="{FF2B5EF4-FFF2-40B4-BE49-F238E27FC236}">
                <a16:creationId xmlns:a16="http://schemas.microsoft.com/office/drawing/2014/main" id="{E053FB9A-8E7A-FF2D-4C11-8D2EC9ED461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C2798C3-9EC6-CCBF-41E4-F2F9957D7E55}"/>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2491178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C679C-A988-52CF-694E-3A5F9C8E23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431F445-42F1-7DA0-AFB6-79F5490420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BA1B23-B5F7-0759-38C0-B8B83F871197}"/>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5" name="Footer Placeholder 4">
            <a:extLst>
              <a:ext uri="{FF2B5EF4-FFF2-40B4-BE49-F238E27FC236}">
                <a16:creationId xmlns:a16="http://schemas.microsoft.com/office/drawing/2014/main" id="{AF5E55F4-A4FB-1260-87BB-1A52BCB72F9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A3A8376-D675-ACD2-1167-11A1507F5E12}"/>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2771779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49919-80CE-E00A-A7A6-A9DA05AF401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F5FBAB2-6FB5-B183-C81C-6D4FD98C47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03F8D6D4-B97B-AF33-D51F-582B4C41FC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7136093-3FF3-E505-0778-08819563418C}"/>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6" name="Footer Placeholder 5">
            <a:extLst>
              <a:ext uri="{FF2B5EF4-FFF2-40B4-BE49-F238E27FC236}">
                <a16:creationId xmlns:a16="http://schemas.microsoft.com/office/drawing/2014/main" id="{D7B7F392-EAE8-6D33-7714-4580D2BEE50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AA4E008-8E88-1ECB-940D-9E8758819CED}"/>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2809758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8A1B8-65AC-8AFC-B308-7916DFBE202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9BC2BAA-012C-DFD4-D7F0-6A6D7F1465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5F6539-E74B-BF14-B933-1C6D453646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24306DB-577B-E76B-D0CB-1F973B8921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567B8B-D79B-3B00-1480-668FC5DFFC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0548BE8-23B0-0BD3-7F65-06FCB71530E7}"/>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8" name="Footer Placeholder 7">
            <a:extLst>
              <a:ext uri="{FF2B5EF4-FFF2-40B4-BE49-F238E27FC236}">
                <a16:creationId xmlns:a16="http://schemas.microsoft.com/office/drawing/2014/main" id="{D5731348-7792-87AC-B258-7ABEF376F558}"/>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37116C7-5108-8D2D-4EBB-F9E15B61B717}"/>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3488428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EC56-DA8D-A419-4C59-EAFBEA93115A}"/>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C4ECB1DE-BA0A-92F2-E92E-43ED122263AB}"/>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4" name="Footer Placeholder 3">
            <a:extLst>
              <a:ext uri="{FF2B5EF4-FFF2-40B4-BE49-F238E27FC236}">
                <a16:creationId xmlns:a16="http://schemas.microsoft.com/office/drawing/2014/main" id="{4169F857-39F2-5734-A138-01DD9B87ED1D}"/>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E818AB9-4EB0-68C3-FDB0-26EAA9C9F7C0}"/>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1326065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E0F971-2F41-2182-6396-8B9E4A3C948F}"/>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3" name="Footer Placeholder 2">
            <a:extLst>
              <a:ext uri="{FF2B5EF4-FFF2-40B4-BE49-F238E27FC236}">
                <a16:creationId xmlns:a16="http://schemas.microsoft.com/office/drawing/2014/main" id="{3722814C-BAD9-9488-DAC3-5370EEB55F47}"/>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1038092-D7B6-76C2-F1EE-092700F16B69}"/>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1818980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24DD6-DFC5-3A45-13EF-78431F4307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17D9F17B-050C-30E6-BE57-44B6F12CEC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8E5AFB4-4798-F1B9-8D8B-506F6014A6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406FBB-222A-84CF-479E-243D30330A83}"/>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6" name="Footer Placeholder 5">
            <a:extLst>
              <a:ext uri="{FF2B5EF4-FFF2-40B4-BE49-F238E27FC236}">
                <a16:creationId xmlns:a16="http://schemas.microsoft.com/office/drawing/2014/main" id="{52455F7B-FD4E-57E9-3897-5EB73DC00A5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77EEC1C-2077-BC89-031A-F6875FFE256D}"/>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26983467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BA30A-0412-A3B2-C721-DCBA0056C3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E3900F72-B6F3-0C7A-74B5-E12D7CE0EBB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6CDC249-ACBF-A32B-28F0-61442E74F5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C0B4AC-2688-BC9F-473E-511FC2C89698}"/>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6" name="Footer Placeholder 5">
            <a:extLst>
              <a:ext uri="{FF2B5EF4-FFF2-40B4-BE49-F238E27FC236}">
                <a16:creationId xmlns:a16="http://schemas.microsoft.com/office/drawing/2014/main" id="{B860DDB5-5A7F-C1C8-5636-D3B27ADE26E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4C6F49F-74D1-E6F6-765B-7EFE0DB231BB}"/>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1575827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CDF11-EB96-2DE8-194D-0217D45BA2FB}"/>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0AD4627-75C7-2010-AF4B-A14BD7DAFE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9EFA33A-53FB-4FC2-7FD6-29D215B0D4F0}"/>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5" name="Footer Placeholder 4">
            <a:extLst>
              <a:ext uri="{FF2B5EF4-FFF2-40B4-BE49-F238E27FC236}">
                <a16:creationId xmlns:a16="http://schemas.microsoft.com/office/drawing/2014/main" id="{326D9FDD-5148-F0E0-C1D8-C0A79212DCE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685DE1C-2D46-DC4B-A715-D9D928990270}"/>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2648639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D76141-CA85-46C2-3E00-B30911574D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FC75BD3-DB44-E433-2B52-D7B4B45B13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9C84123-78D2-5BFD-D359-EF3C0D8200C1}"/>
              </a:ext>
            </a:extLst>
          </p:cNvPr>
          <p:cNvSpPr>
            <a:spLocks noGrp="1"/>
          </p:cNvSpPr>
          <p:nvPr>
            <p:ph type="dt" sz="half" idx="10"/>
          </p:nvPr>
        </p:nvSpPr>
        <p:spPr/>
        <p:txBody>
          <a:bodyPr/>
          <a:lstStyle/>
          <a:p>
            <a:fld id="{40899192-E373-4909-AFEA-98ED94179BF6}" type="datetimeFigureOut">
              <a:rPr lang="en-CA" smtClean="0"/>
              <a:t>2026-10-23</a:t>
            </a:fld>
            <a:endParaRPr lang="en-CA"/>
          </a:p>
        </p:txBody>
      </p:sp>
      <p:sp>
        <p:nvSpPr>
          <p:cNvPr id="5" name="Footer Placeholder 4">
            <a:extLst>
              <a:ext uri="{FF2B5EF4-FFF2-40B4-BE49-F238E27FC236}">
                <a16:creationId xmlns:a16="http://schemas.microsoft.com/office/drawing/2014/main" id="{A3C1D156-E1ED-BD29-BB21-687DB47A53E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B16DB53-9576-6E2C-0841-BDC85BD21D7A}"/>
              </a:ext>
            </a:extLst>
          </p:cNvPr>
          <p:cNvSpPr>
            <a:spLocks noGrp="1"/>
          </p:cNvSpPr>
          <p:nvPr>
            <p:ph type="sldNum" sz="quarter" idx="12"/>
          </p:nvPr>
        </p:nvSpPr>
        <p:spPr/>
        <p:txBody>
          <a:bodyPr/>
          <a:lstStyle/>
          <a:p>
            <a:fld id="{1BF1C5B0-4AFB-4FB2-A900-AC05032F4E73}" type="slidenum">
              <a:rPr lang="en-CA" smtClean="0"/>
              <a:t>‹#›</a:t>
            </a:fld>
            <a:endParaRPr lang="en-CA"/>
          </a:p>
        </p:txBody>
      </p:sp>
    </p:spTree>
    <p:extLst>
      <p:ext uri="{BB962C8B-B14F-4D97-AF65-F5344CB8AC3E}">
        <p14:creationId xmlns:p14="http://schemas.microsoft.com/office/powerpoint/2010/main" val="2873637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995456-8AEA-041C-C260-4310798C71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B19B20B-17A2-4AAB-5789-376748CD95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54B65E9-572F-53BF-B563-CFB92A237F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899192-E373-4909-AFEA-98ED94179BF6}" type="datetimeFigureOut">
              <a:rPr lang="en-CA" smtClean="0"/>
              <a:t>2026-10-23</a:t>
            </a:fld>
            <a:endParaRPr lang="en-CA"/>
          </a:p>
        </p:txBody>
      </p:sp>
      <p:sp>
        <p:nvSpPr>
          <p:cNvPr id="5" name="Footer Placeholder 4">
            <a:extLst>
              <a:ext uri="{FF2B5EF4-FFF2-40B4-BE49-F238E27FC236}">
                <a16:creationId xmlns:a16="http://schemas.microsoft.com/office/drawing/2014/main" id="{913F77B0-D78E-2F8A-F1F1-194BB8BC3C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F4C87B4E-FBE6-1487-F34F-DF0BE6A558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F1C5B0-4AFB-4FB2-A900-AC05032F4E73}" type="slidenum">
              <a:rPr lang="en-CA" smtClean="0"/>
              <a:t>‹#›</a:t>
            </a:fld>
            <a:endParaRPr lang="en-CA"/>
          </a:p>
        </p:txBody>
      </p:sp>
    </p:spTree>
    <p:extLst>
      <p:ext uri="{BB962C8B-B14F-4D97-AF65-F5344CB8AC3E}">
        <p14:creationId xmlns:p14="http://schemas.microsoft.com/office/powerpoint/2010/main" val="3067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hyperlink" Target="https://share.google/n11OeFyZyh3SocZGn" TargetMode="External"/><Relationship Id="rId2" Type="http://schemas.openxmlformats.org/officeDocument/2006/relationships/hyperlink" Target="https://share.google/kjG5B688r4YWEw3oa" TargetMode="External"/><Relationship Id="rId1" Type="http://schemas.openxmlformats.org/officeDocument/2006/relationships/slideLayout" Target="../slideLayouts/slideLayout7.xml"/><Relationship Id="rId5" Type="http://schemas.openxmlformats.org/officeDocument/2006/relationships/hyperlink" Target="https://share.google/SQ4IXsxhOLGTyOB8R" TargetMode="External"/><Relationship Id="rId4" Type="http://schemas.openxmlformats.org/officeDocument/2006/relationships/hyperlink" Target="https://share.google/xWSVnk9F21wtfvn3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5" name="Cube 4">
            <a:extLst>
              <a:ext uri="{FF2B5EF4-FFF2-40B4-BE49-F238E27FC236}">
                <a16:creationId xmlns:a16="http://schemas.microsoft.com/office/drawing/2014/main" id="{75FFF826-3745-9B3B-F0D7-897820504476}"/>
              </a:ext>
            </a:extLst>
          </p:cNvPr>
          <p:cNvSpPr/>
          <p:nvPr/>
        </p:nvSpPr>
        <p:spPr>
          <a:xfrm>
            <a:off x="3650547" y="1817240"/>
            <a:ext cx="4267200" cy="2641600"/>
          </a:xfrm>
          <a:prstGeom prst="cube">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917572C8-135E-9FF6-EAE4-8EE16451621D}"/>
              </a:ext>
            </a:extLst>
          </p:cNvPr>
          <p:cNvSpPr txBox="1"/>
          <p:nvPr/>
        </p:nvSpPr>
        <p:spPr>
          <a:xfrm>
            <a:off x="1325032" y="499534"/>
            <a:ext cx="9698567" cy="984885"/>
          </a:xfrm>
          <a:prstGeom prst="rect">
            <a:avLst/>
          </a:prstGeom>
          <a:noFill/>
        </p:spPr>
        <p:txBody>
          <a:bodyPr wrap="square" rtlCol="0">
            <a:spAutoFit/>
          </a:bodyPr>
          <a:lstStyle/>
          <a:p>
            <a:r>
              <a:rPr lang="en-CA" sz="4000" b="1">
                <a:solidFill>
                  <a:schemeClr val="bg1"/>
                </a:solidFill>
              </a:rPr>
              <a:t>Can Ai agents build software together ?</a:t>
            </a:r>
            <a:endParaRPr lang="en-CA" sz="4000">
              <a:solidFill>
                <a:schemeClr val="bg1"/>
              </a:solidFill>
            </a:endParaRPr>
          </a:p>
          <a:p>
            <a:endParaRPr lang="en-CA"/>
          </a:p>
        </p:txBody>
      </p:sp>
      <p:sp>
        <p:nvSpPr>
          <p:cNvPr id="7" name="TextBox 6">
            <a:extLst>
              <a:ext uri="{FF2B5EF4-FFF2-40B4-BE49-F238E27FC236}">
                <a16:creationId xmlns:a16="http://schemas.microsoft.com/office/drawing/2014/main" id="{56BCCA30-7A24-0F73-4F91-EF4EF28CC886}"/>
              </a:ext>
            </a:extLst>
          </p:cNvPr>
          <p:cNvSpPr txBox="1"/>
          <p:nvPr/>
        </p:nvSpPr>
        <p:spPr>
          <a:xfrm>
            <a:off x="9152466" y="6119336"/>
            <a:ext cx="4572000" cy="738664"/>
          </a:xfrm>
          <a:prstGeom prst="rect">
            <a:avLst/>
          </a:prstGeom>
          <a:noFill/>
        </p:spPr>
        <p:txBody>
          <a:bodyPr wrap="square" rtlCol="0">
            <a:spAutoFit/>
          </a:bodyPr>
          <a:lstStyle/>
          <a:p>
            <a:r>
              <a:rPr lang="en-US" sz="1400" dirty="0">
                <a:solidFill>
                  <a:schemeClr val="bg1"/>
                </a:solidFill>
              </a:rPr>
              <a:t>Team member – Kyaw Bhone </a:t>
            </a:r>
            <a:r>
              <a:rPr lang="en-US" sz="1400" dirty="0" err="1">
                <a:solidFill>
                  <a:schemeClr val="bg1"/>
                </a:solidFill>
              </a:rPr>
              <a:t>khant</a:t>
            </a:r>
            <a:endParaRPr lang="en-US" sz="1400" dirty="0">
              <a:solidFill>
                <a:schemeClr val="bg1"/>
              </a:solidFill>
            </a:endParaRPr>
          </a:p>
          <a:p>
            <a:r>
              <a:rPr lang="en-CA" sz="1400" dirty="0">
                <a:solidFill>
                  <a:schemeClr val="bg1"/>
                </a:solidFill>
              </a:rPr>
              <a:t>	           </a:t>
            </a:r>
            <a:r>
              <a:rPr lang="en-CA" sz="1400" dirty="0" err="1">
                <a:solidFill>
                  <a:schemeClr val="bg1"/>
                </a:solidFill>
              </a:rPr>
              <a:t>Sparshdeep</a:t>
            </a:r>
            <a:r>
              <a:rPr lang="en-CA" sz="1400" dirty="0">
                <a:solidFill>
                  <a:schemeClr val="bg1"/>
                </a:solidFill>
              </a:rPr>
              <a:t> </a:t>
            </a:r>
            <a:r>
              <a:rPr lang="en-CA" sz="1400" dirty="0" err="1">
                <a:solidFill>
                  <a:schemeClr val="bg1"/>
                </a:solidFill>
              </a:rPr>
              <a:t>kaur</a:t>
            </a:r>
            <a:endParaRPr lang="en-CA" sz="1400" dirty="0">
              <a:solidFill>
                <a:schemeClr val="bg1"/>
              </a:solidFill>
            </a:endParaRPr>
          </a:p>
          <a:p>
            <a:r>
              <a:rPr lang="en-CA" sz="1400" dirty="0">
                <a:solidFill>
                  <a:schemeClr val="bg1"/>
                </a:solidFill>
              </a:rPr>
              <a:t>	           Satt Linn Tun</a:t>
            </a:r>
          </a:p>
        </p:txBody>
      </p:sp>
      <p:pic>
        <p:nvPicPr>
          <p:cNvPr id="9" name="Picture 8" descr="A futuristic, robotic figure with a suit and human facial features, holding a tablet and surrounded by abstract, digital circuit patterns.&#10;&#10;AI-generated content may be incorrect.">
            <a:extLst>
              <a:ext uri="{FF2B5EF4-FFF2-40B4-BE49-F238E27FC236}">
                <a16:creationId xmlns:a16="http://schemas.microsoft.com/office/drawing/2014/main" id="{9E941FF9-3960-7622-D220-70E0C4440E86}"/>
              </a:ext>
            </a:extLst>
          </p:cNvPr>
          <p:cNvPicPr>
            <a:picLocks noChangeAspect="1"/>
          </p:cNvPicPr>
          <p:nvPr/>
        </p:nvPicPr>
        <p:blipFill>
          <a:blip r:embed="rId3"/>
          <a:srcRect/>
          <a:stretch>
            <a:fillRect/>
          </a:stretch>
        </p:blipFill>
        <p:spPr>
          <a:xfrm>
            <a:off x="14102925" y="991976"/>
            <a:ext cx="4649712" cy="2009876"/>
          </a:xfrm>
          <a:prstGeom prst="rect">
            <a:avLst/>
          </a:prstGeom>
        </p:spPr>
      </p:pic>
    </p:spTree>
    <p:extLst>
      <p:ext uri="{BB962C8B-B14F-4D97-AF65-F5344CB8AC3E}">
        <p14:creationId xmlns:p14="http://schemas.microsoft.com/office/powerpoint/2010/main" val="383890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arn(inVertical)">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50AB2F70-5802-04FC-E534-BAC580772E46}"/>
            </a:ext>
          </a:extLst>
        </p:cNvPr>
        <p:cNvGrpSpPr/>
        <p:nvPr/>
      </p:nvGrpSpPr>
      <p:grpSpPr>
        <a:xfrm>
          <a:off x="0" y="0"/>
          <a:ext cx="0" cy="0"/>
          <a:chOff x="0" y="0"/>
          <a:chExt cx="0" cy="0"/>
        </a:xfrm>
      </p:grpSpPr>
      <p:sp>
        <p:nvSpPr>
          <p:cNvPr id="5" name="Cube 4">
            <a:extLst>
              <a:ext uri="{FF2B5EF4-FFF2-40B4-BE49-F238E27FC236}">
                <a16:creationId xmlns:a16="http://schemas.microsoft.com/office/drawing/2014/main" id="{601A2470-442A-8E9C-6FA0-F5AB2D7B59FA}"/>
              </a:ext>
            </a:extLst>
          </p:cNvPr>
          <p:cNvSpPr/>
          <p:nvPr/>
        </p:nvSpPr>
        <p:spPr>
          <a:xfrm>
            <a:off x="0" y="0"/>
            <a:ext cx="12192000" cy="6858000"/>
          </a:xfrm>
          <a:prstGeom prst="cube">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E7607AC7-BF0E-01EB-7C59-EECE38839BA9}"/>
              </a:ext>
            </a:extLst>
          </p:cNvPr>
          <p:cNvSpPr txBox="1"/>
          <p:nvPr/>
        </p:nvSpPr>
        <p:spPr>
          <a:xfrm>
            <a:off x="1325033" y="499534"/>
            <a:ext cx="9541934" cy="984885"/>
          </a:xfrm>
          <a:prstGeom prst="rect">
            <a:avLst/>
          </a:prstGeom>
          <a:noFill/>
        </p:spPr>
        <p:txBody>
          <a:bodyPr wrap="square" rtlCol="0">
            <a:spAutoFit/>
          </a:bodyPr>
          <a:lstStyle/>
          <a:p>
            <a:r>
              <a:rPr lang="en-CA" sz="4000" b="1">
                <a:solidFill>
                  <a:schemeClr val="bg1"/>
                </a:solidFill>
              </a:rPr>
              <a:t>Can Ai agents build software together ?</a:t>
            </a:r>
            <a:endParaRPr lang="en-CA" sz="4000">
              <a:solidFill>
                <a:schemeClr val="bg1"/>
              </a:solidFill>
            </a:endParaRPr>
          </a:p>
          <a:p>
            <a:endParaRPr lang="en-CA"/>
          </a:p>
        </p:txBody>
      </p:sp>
      <p:pic>
        <p:nvPicPr>
          <p:cNvPr id="7" name="Picture 6">
            <a:extLst>
              <a:ext uri="{FF2B5EF4-FFF2-40B4-BE49-F238E27FC236}">
                <a16:creationId xmlns:a16="http://schemas.microsoft.com/office/drawing/2014/main" id="{E4D388DE-85D5-E297-C416-CE5F994048C5}"/>
              </a:ext>
            </a:extLst>
          </p:cNvPr>
          <p:cNvPicPr>
            <a:picLocks noChangeAspect="1"/>
          </p:cNvPicPr>
          <p:nvPr/>
        </p:nvPicPr>
        <p:blipFill>
          <a:blip r:embed="rId3"/>
          <a:srcRect/>
          <a:stretch>
            <a:fillRect/>
          </a:stretch>
        </p:blipFill>
        <p:spPr>
          <a:xfrm>
            <a:off x="7869598" y="4848124"/>
            <a:ext cx="4649712" cy="2009876"/>
          </a:xfrm>
          <a:prstGeom prst="rect">
            <a:avLst/>
          </a:prstGeom>
        </p:spPr>
      </p:pic>
    </p:spTree>
    <p:extLst>
      <p:ext uri="{BB962C8B-B14F-4D97-AF65-F5344CB8AC3E}">
        <p14:creationId xmlns:p14="http://schemas.microsoft.com/office/powerpoint/2010/main" val="107075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A2BE482D-6AAB-5282-A869-C7EA93AEA6E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F768C54-2B1D-B07D-FFEC-7893727F5AAF}"/>
              </a:ext>
            </a:extLst>
          </p:cNvPr>
          <p:cNvPicPr>
            <a:picLocks noChangeAspect="1"/>
          </p:cNvPicPr>
          <p:nvPr/>
        </p:nvPicPr>
        <p:blipFill>
          <a:blip r:embed="rId2"/>
          <a:srcRect/>
          <a:stretch>
            <a:fillRect/>
          </a:stretch>
        </p:blipFill>
        <p:spPr>
          <a:xfrm>
            <a:off x="-4649712" y="7411442"/>
            <a:ext cx="4649712" cy="2009876"/>
          </a:xfrm>
          <a:prstGeom prst="rect">
            <a:avLst/>
          </a:prstGeom>
        </p:spPr>
      </p:pic>
      <p:sp>
        <p:nvSpPr>
          <p:cNvPr id="15" name="Cube 14">
            <a:extLst>
              <a:ext uri="{FF2B5EF4-FFF2-40B4-BE49-F238E27FC236}">
                <a16:creationId xmlns:a16="http://schemas.microsoft.com/office/drawing/2014/main" id="{4C8EC27F-645B-F953-D056-9954AA1D74A0}"/>
              </a:ext>
            </a:extLst>
          </p:cNvPr>
          <p:cNvSpPr/>
          <p:nvPr/>
        </p:nvSpPr>
        <p:spPr>
          <a:xfrm>
            <a:off x="1689167" y="3460749"/>
            <a:ext cx="2795626" cy="3183467"/>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Cube 18">
            <a:extLst>
              <a:ext uri="{FF2B5EF4-FFF2-40B4-BE49-F238E27FC236}">
                <a16:creationId xmlns:a16="http://schemas.microsoft.com/office/drawing/2014/main" id="{3B3778E7-FB80-68C6-649F-EFBD0237FA21}"/>
              </a:ext>
            </a:extLst>
          </p:cNvPr>
          <p:cNvSpPr/>
          <p:nvPr/>
        </p:nvSpPr>
        <p:spPr>
          <a:xfrm>
            <a:off x="3853673" y="3441698"/>
            <a:ext cx="2795627" cy="3183467"/>
          </a:xfrm>
          <a:prstGeom prst="cub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Cube 1">
            <a:extLst>
              <a:ext uri="{FF2B5EF4-FFF2-40B4-BE49-F238E27FC236}">
                <a16:creationId xmlns:a16="http://schemas.microsoft.com/office/drawing/2014/main" id="{DB52D32C-6242-7CC1-C771-9BC5E0C28983}"/>
              </a:ext>
            </a:extLst>
          </p:cNvPr>
          <p:cNvSpPr/>
          <p:nvPr/>
        </p:nvSpPr>
        <p:spPr>
          <a:xfrm>
            <a:off x="6096000" y="3441698"/>
            <a:ext cx="2485833" cy="3183467"/>
          </a:xfrm>
          <a:prstGeom prst="cub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Cube 16">
            <a:extLst>
              <a:ext uri="{FF2B5EF4-FFF2-40B4-BE49-F238E27FC236}">
                <a16:creationId xmlns:a16="http://schemas.microsoft.com/office/drawing/2014/main" id="{1355D07F-8F30-EFC9-6D4C-BC8C00B5238E}"/>
              </a:ext>
            </a:extLst>
          </p:cNvPr>
          <p:cNvSpPr/>
          <p:nvPr/>
        </p:nvSpPr>
        <p:spPr>
          <a:xfrm>
            <a:off x="7996538" y="3429000"/>
            <a:ext cx="2663592" cy="3183467"/>
          </a:xfrm>
          <a:prstGeom prst="cub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ube 21">
            <a:extLst>
              <a:ext uri="{FF2B5EF4-FFF2-40B4-BE49-F238E27FC236}">
                <a16:creationId xmlns:a16="http://schemas.microsoft.com/office/drawing/2014/main" id="{D3312ACC-80D3-0AE0-F2EF-3EED3656D49F}"/>
              </a:ext>
            </a:extLst>
          </p:cNvPr>
          <p:cNvSpPr/>
          <p:nvPr/>
        </p:nvSpPr>
        <p:spPr>
          <a:xfrm>
            <a:off x="1601183" y="3435350"/>
            <a:ext cx="9192043" cy="3177118"/>
          </a:xfrm>
          <a:prstGeom prst="cub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617811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928DBC19-154B-1C10-1566-56E3606863C1}"/>
            </a:ext>
          </a:extLst>
        </p:cNvPr>
        <p:cNvGrpSpPr/>
        <p:nvPr/>
      </p:nvGrpSpPr>
      <p:grpSpPr>
        <a:xfrm>
          <a:off x="0" y="0"/>
          <a:ext cx="0" cy="0"/>
          <a:chOff x="0" y="0"/>
          <a:chExt cx="0" cy="0"/>
        </a:xfrm>
      </p:grpSpPr>
      <p:sp>
        <p:nvSpPr>
          <p:cNvPr id="2" name="Cube 1">
            <a:extLst>
              <a:ext uri="{FF2B5EF4-FFF2-40B4-BE49-F238E27FC236}">
                <a16:creationId xmlns:a16="http://schemas.microsoft.com/office/drawing/2014/main" id="{1E3B2DA3-FB56-7843-427A-6628A7027C8A}"/>
              </a:ext>
            </a:extLst>
          </p:cNvPr>
          <p:cNvSpPr/>
          <p:nvPr/>
        </p:nvSpPr>
        <p:spPr>
          <a:xfrm>
            <a:off x="5804840" y="3344219"/>
            <a:ext cx="2485833" cy="3183467"/>
          </a:xfrm>
          <a:prstGeom prst="cube">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Picture 6">
            <a:extLst>
              <a:ext uri="{FF2B5EF4-FFF2-40B4-BE49-F238E27FC236}">
                <a16:creationId xmlns:a16="http://schemas.microsoft.com/office/drawing/2014/main" id="{1E4C8A4B-F26F-06B5-E04A-1F3B832B6950}"/>
              </a:ext>
            </a:extLst>
          </p:cNvPr>
          <p:cNvPicPr>
            <a:picLocks noChangeAspect="1"/>
          </p:cNvPicPr>
          <p:nvPr/>
        </p:nvPicPr>
        <p:blipFill>
          <a:blip r:embed="rId3"/>
          <a:srcRect/>
          <a:stretch>
            <a:fillRect/>
          </a:stretch>
        </p:blipFill>
        <p:spPr>
          <a:xfrm>
            <a:off x="10007317" y="7130164"/>
            <a:ext cx="4649712" cy="2009876"/>
          </a:xfrm>
          <a:prstGeom prst="rect">
            <a:avLst/>
          </a:prstGeom>
        </p:spPr>
      </p:pic>
      <p:sp>
        <p:nvSpPr>
          <p:cNvPr id="19" name="Cube 18">
            <a:extLst>
              <a:ext uri="{FF2B5EF4-FFF2-40B4-BE49-F238E27FC236}">
                <a16:creationId xmlns:a16="http://schemas.microsoft.com/office/drawing/2014/main" id="{EACA54B0-1504-2C58-077A-05DDA409EA4C}"/>
              </a:ext>
            </a:extLst>
          </p:cNvPr>
          <p:cNvSpPr/>
          <p:nvPr/>
        </p:nvSpPr>
        <p:spPr>
          <a:xfrm>
            <a:off x="3562513" y="3344219"/>
            <a:ext cx="2795627" cy="3183467"/>
          </a:xfrm>
          <a:prstGeom prst="cub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Cube 16">
            <a:extLst>
              <a:ext uri="{FF2B5EF4-FFF2-40B4-BE49-F238E27FC236}">
                <a16:creationId xmlns:a16="http://schemas.microsoft.com/office/drawing/2014/main" id="{4944BCB2-7F6E-BBD7-F18E-71E33030BF8C}"/>
              </a:ext>
            </a:extLst>
          </p:cNvPr>
          <p:cNvSpPr/>
          <p:nvPr/>
        </p:nvSpPr>
        <p:spPr>
          <a:xfrm>
            <a:off x="7705378" y="3331521"/>
            <a:ext cx="2663592" cy="3183467"/>
          </a:xfrm>
          <a:prstGeom prst="cub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ube 21">
            <a:extLst>
              <a:ext uri="{FF2B5EF4-FFF2-40B4-BE49-F238E27FC236}">
                <a16:creationId xmlns:a16="http://schemas.microsoft.com/office/drawing/2014/main" id="{BF7F10F6-2D49-A65C-33D9-9AA19C7F899F}"/>
              </a:ext>
            </a:extLst>
          </p:cNvPr>
          <p:cNvSpPr/>
          <p:nvPr/>
        </p:nvSpPr>
        <p:spPr>
          <a:xfrm>
            <a:off x="1310023" y="3337871"/>
            <a:ext cx="9192043" cy="3177118"/>
          </a:xfrm>
          <a:prstGeom prst="cub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Cube 14">
            <a:extLst>
              <a:ext uri="{FF2B5EF4-FFF2-40B4-BE49-F238E27FC236}">
                <a16:creationId xmlns:a16="http://schemas.microsoft.com/office/drawing/2014/main" id="{F3015575-4C6C-5BDE-5E1A-FE3C6E8C4708}"/>
              </a:ext>
            </a:extLst>
          </p:cNvPr>
          <p:cNvSpPr/>
          <p:nvPr/>
        </p:nvSpPr>
        <p:spPr>
          <a:xfrm>
            <a:off x="1354145" y="911088"/>
            <a:ext cx="2795626" cy="3183467"/>
          </a:xfrm>
          <a:prstGeom prst="cub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43F97129-955E-AB91-8B33-161751FE727B}"/>
              </a:ext>
            </a:extLst>
          </p:cNvPr>
          <p:cNvSpPr txBox="1"/>
          <p:nvPr/>
        </p:nvSpPr>
        <p:spPr>
          <a:xfrm>
            <a:off x="4150659" y="1788460"/>
            <a:ext cx="8543364"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3200" b="1" i="1" u="sng" baseline="0">
                <a:solidFill>
                  <a:srgbClr val="FFFFFF"/>
                </a:solidFill>
                <a:latin typeface="Aptos"/>
                <a:ea typeface="Segoe UI"/>
                <a:cs typeface="Segoe UI"/>
              </a:rPr>
              <a:t>How AI agents can build </a:t>
            </a:r>
            <a:r>
              <a:rPr lang="en-CA" sz="3200" b="1" i="1" u="sng">
                <a:solidFill>
                  <a:srgbClr val="FFFFFF"/>
                </a:solidFill>
                <a:latin typeface="Aptos"/>
                <a:ea typeface="Segoe UI"/>
                <a:cs typeface="Segoe UI"/>
              </a:rPr>
              <a:t>software together</a:t>
            </a:r>
            <a:r>
              <a:rPr sz="3200" b="0" i="0">
                <a:solidFill>
                  <a:srgbClr val="000000"/>
                </a:solidFill>
                <a:latin typeface="Aptos"/>
                <a:ea typeface="Aptos"/>
                <a:cs typeface="Aptos"/>
              </a:rPr>
              <a:t>​</a:t>
            </a:r>
            <a:endParaRPr lang="en-US" sz="3200"/>
          </a:p>
          <a:p>
            <a:pPr algn="ctr"/>
            <a:endParaRPr lang="en-US"/>
          </a:p>
        </p:txBody>
      </p:sp>
    </p:spTree>
    <p:extLst>
      <p:ext uri="{BB962C8B-B14F-4D97-AF65-F5344CB8AC3E}">
        <p14:creationId xmlns:p14="http://schemas.microsoft.com/office/powerpoint/2010/main" val="2695116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8C36AC-8B38-1C12-FFDC-5D48BCB44475}"/>
              </a:ext>
            </a:extLst>
          </p:cNvPr>
          <p:cNvSpPr txBox="1"/>
          <p:nvPr/>
        </p:nvSpPr>
        <p:spPr>
          <a:xfrm>
            <a:off x="1993" y="307575"/>
            <a:ext cx="6094008" cy="1446550"/>
          </a:xfrm>
          <a:prstGeom prst="rect">
            <a:avLst/>
          </a:prstGeom>
          <a:noFill/>
        </p:spPr>
        <p:txBody>
          <a:bodyPr wrap="square" lIns="91440" tIns="45720" rIns="91440" bIns="45720" anchor="t">
            <a:spAutoFit/>
          </a:bodyPr>
          <a:lstStyle/>
          <a:p>
            <a:pPr>
              <a:lnSpc>
                <a:spcPct val="100000"/>
              </a:lnSpc>
              <a:buNone/>
            </a:pPr>
            <a:r>
              <a:rPr lang="en-CA" sz="4400" b="1" i="1" u="sng">
                <a:solidFill>
                  <a:schemeClr val="bg1"/>
                </a:solidFill>
                <a:effectLst/>
                <a:latin typeface="+mn-lt"/>
              </a:rPr>
              <a:t>How AI agents can build software together</a:t>
            </a:r>
            <a:endParaRPr lang="en-CA" sz="4400" b="1" i="1" u="sng">
              <a:solidFill>
                <a:schemeClr val="bg1"/>
              </a:solidFill>
              <a:effectLst/>
              <a:latin typeface="Consolas" panose="020B0609020204030204" pitchFamily="49" charset="0"/>
            </a:endParaRPr>
          </a:p>
        </p:txBody>
      </p:sp>
      <p:sp>
        <p:nvSpPr>
          <p:cNvPr id="4" name="TextBox 3">
            <a:extLst>
              <a:ext uri="{FF2B5EF4-FFF2-40B4-BE49-F238E27FC236}">
                <a16:creationId xmlns:a16="http://schemas.microsoft.com/office/drawing/2014/main" id="{97CD6252-9985-7A25-62E4-10536A994428}"/>
              </a:ext>
            </a:extLst>
          </p:cNvPr>
          <p:cNvSpPr txBox="1"/>
          <p:nvPr/>
        </p:nvSpPr>
        <p:spPr>
          <a:xfrm>
            <a:off x="-101102" y="2163233"/>
            <a:ext cx="11120717" cy="449353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700">
                <a:solidFill>
                  <a:schemeClr val="bg1"/>
                </a:solidFill>
                <a:ea typeface="+mn-lt"/>
                <a:cs typeface="+mn-lt"/>
              </a:rPr>
              <a:t>  </a:t>
            </a:r>
            <a:r>
              <a:rPr lang="en-US" sz="3200">
                <a:solidFill>
                  <a:schemeClr val="bg1"/>
                </a:solidFill>
                <a:ea typeface="+mn-lt"/>
                <a:cs typeface="+mn-lt"/>
              </a:rPr>
              <a:t> 1. Planning agent </a:t>
            </a:r>
          </a:p>
          <a:p>
            <a:endParaRPr lang="en-US" sz="3200">
              <a:solidFill>
                <a:schemeClr val="bg1"/>
              </a:solidFill>
              <a:ea typeface="+mn-lt"/>
              <a:cs typeface="+mn-lt"/>
            </a:endParaRPr>
          </a:p>
          <a:p>
            <a:r>
              <a:rPr lang="en-US" sz="3200">
                <a:solidFill>
                  <a:schemeClr val="bg1"/>
                </a:solidFill>
                <a:ea typeface="+mn-lt"/>
                <a:cs typeface="+mn-lt"/>
              </a:rPr>
              <a:t>    2. Coding agent </a:t>
            </a:r>
          </a:p>
          <a:p>
            <a:endParaRPr lang="en-US" sz="3200">
              <a:solidFill>
                <a:schemeClr val="bg1"/>
              </a:solidFill>
              <a:ea typeface="+mn-lt"/>
              <a:cs typeface="+mn-lt"/>
            </a:endParaRPr>
          </a:p>
          <a:p>
            <a:r>
              <a:rPr lang="en-US" sz="3200">
                <a:solidFill>
                  <a:schemeClr val="bg1"/>
                </a:solidFill>
                <a:ea typeface="+mn-lt"/>
                <a:cs typeface="+mn-lt"/>
              </a:rPr>
              <a:t>    3. Testing agent</a:t>
            </a:r>
          </a:p>
          <a:p>
            <a:endParaRPr lang="en-US" sz="3200">
              <a:solidFill>
                <a:schemeClr val="bg1"/>
              </a:solidFill>
            </a:endParaRPr>
          </a:p>
          <a:p>
            <a:r>
              <a:rPr lang="en-US" sz="3200">
                <a:solidFill>
                  <a:schemeClr val="bg1"/>
                </a:solidFill>
                <a:ea typeface="+mn-lt"/>
                <a:cs typeface="+mn-lt"/>
              </a:rPr>
              <a:t>    4. Integration and review agent</a:t>
            </a:r>
          </a:p>
          <a:p>
            <a:pPr algn="l"/>
            <a:endParaRPr lang="en-US" sz="4700">
              <a:solidFill>
                <a:schemeClr val="bg1"/>
              </a:solidFill>
            </a:endParaRPr>
          </a:p>
        </p:txBody>
      </p:sp>
      <p:pic>
        <p:nvPicPr>
          <p:cNvPr id="6" name="Picture 5" descr="A futuristic, robotic figure with a suit and human facial features, holding a tablet and surrounded by abstract, digital circuit patterns.&#10;&#10;AI-generated content may be incorrect.">
            <a:extLst>
              <a:ext uri="{FF2B5EF4-FFF2-40B4-BE49-F238E27FC236}">
                <a16:creationId xmlns:a16="http://schemas.microsoft.com/office/drawing/2014/main" id="{E694BAFD-A570-0AE5-560B-84DDEBF8E1A2}"/>
              </a:ext>
            </a:extLst>
          </p:cNvPr>
          <p:cNvPicPr>
            <a:picLocks noChangeAspect="1"/>
          </p:cNvPicPr>
          <p:nvPr/>
        </p:nvPicPr>
        <p:blipFill>
          <a:blip r:embed="rId2"/>
          <a:srcRect/>
          <a:stretch>
            <a:fillRect/>
          </a:stretch>
        </p:blipFill>
        <p:spPr>
          <a:xfrm>
            <a:off x="8100856" y="5082103"/>
            <a:ext cx="4589333" cy="1983776"/>
          </a:xfrm>
          <a:prstGeom prst="rect">
            <a:avLst/>
          </a:prstGeom>
        </p:spPr>
      </p:pic>
      <p:sp>
        <p:nvSpPr>
          <p:cNvPr id="14" name="Cube 13">
            <a:extLst>
              <a:ext uri="{FF2B5EF4-FFF2-40B4-BE49-F238E27FC236}">
                <a16:creationId xmlns:a16="http://schemas.microsoft.com/office/drawing/2014/main" id="{A5B5C66C-7584-9189-4CFC-F4F4AE5778DD}"/>
              </a:ext>
            </a:extLst>
          </p:cNvPr>
          <p:cNvSpPr/>
          <p:nvPr/>
        </p:nvSpPr>
        <p:spPr>
          <a:xfrm>
            <a:off x="5942852" y="572738"/>
            <a:ext cx="6094008" cy="4304811"/>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717544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AA51E260-36E9-E021-0830-C75A164F7B6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339CB8C-FF69-07B7-ECC9-F1BC725250A1}"/>
              </a:ext>
            </a:extLst>
          </p:cNvPr>
          <p:cNvPicPr>
            <a:picLocks noChangeAspect="1"/>
          </p:cNvPicPr>
          <p:nvPr/>
        </p:nvPicPr>
        <p:blipFill>
          <a:blip r:embed="rId2"/>
          <a:srcRect/>
          <a:stretch>
            <a:fillRect/>
          </a:stretch>
        </p:blipFill>
        <p:spPr>
          <a:xfrm>
            <a:off x="-4649712" y="7411442"/>
            <a:ext cx="4649712" cy="2009876"/>
          </a:xfrm>
          <a:prstGeom prst="rect">
            <a:avLst/>
          </a:prstGeom>
        </p:spPr>
      </p:pic>
      <p:sp>
        <p:nvSpPr>
          <p:cNvPr id="15" name="Cube 14">
            <a:extLst>
              <a:ext uri="{FF2B5EF4-FFF2-40B4-BE49-F238E27FC236}">
                <a16:creationId xmlns:a16="http://schemas.microsoft.com/office/drawing/2014/main" id="{93DEDCC7-A62A-A811-DA33-972DB9937138}"/>
              </a:ext>
            </a:extLst>
          </p:cNvPr>
          <p:cNvSpPr/>
          <p:nvPr/>
        </p:nvSpPr>
        <p:spPr>
          <a:xfrm>
            <a:off x="1689167" y="3460749"/>
            <a:ext cx="2795626" cy="3183467"/>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Cube 18">
            <a:extLst>
              <a:ext uri="{FF2B5EF4-FFF2-40B4-BE49-F238E27FC236}">
                <a16:creationId xmlns:a16="http://schemas.microsoft.com/office/drawing/2014/main" id="{973076BF-D063-B262-7C30-F2E6E523EDEB}"/>
              </a:ext>
            </a:extLst>
          </p:cNvPr>
          <p:cNvSpPr/>
          <p:nvPr/>
        </p:nvSpPr>
        <p:spPr>
          <a:xfrm>
            <a:off x="3853673" y="3441698"/>
            <a:ext cx="2795627" cy="3183467"/>
          </a:xfrm>
          <a:prstGeom prst="cub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Cube 1">
            <a:extLst>
              <a:ext uri="{FF2B5EF4-FFF2-40B4-BE49-F238E27FC236}">
                <a16:creationId xmlns:a16="http://schemas.microsoft.com/office/drawing/2014/main" id="{35EAD71B-217D-7737-2BDD-8FAC1749DEBA}"/>
              </a:ext>
            </a:extLst>
          </p:cNvPr>
          <p:cNvSpPr/>
          <p:nvPr/>
        </p:nvSpPr>
        <p:spPr>
          <a:xfrm>
            <a:off x="6096000" y="3441698"/>
            <a:ext cx="2485833" cy="3183467"/>
          </a:xfrm>
          <a:prstGeom prst="cub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Cube 16">
            <a:extLst>
              <a:ext uri="{FF2B5EF4-FFF2-40B4-BE49-F238E27FC236}">
                <a16:creationId xmlns:a16="http://schemas.microsoft.com/office/drawing/2014/main" id="{95C52818-91BE-8721-A620-BB4A58CF5382}"/>
              </a:ext>
            </a:extLst>
          </p:cNvPr>
          <p:cNvSpPr/>
          <p:nvPr/>
        </p:nvSpPr>
        <p:spPr>
          <a:xfrm>
            <a:off x="7996538" y="3429000"/>
            <a:ext cx="2663592" cy="3183467"/>
          </a:xfrm>
          <a:prstGeom prst="cub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ube 21">
            <a:extLst>
              <a:ext uri="{FF2B5EF4-FFF2-40B4-BE49-F238E27FC236}">
                <a16:creationId xmlns:a16="http://schemas.microsoft.com/office/drawing/2014/main" id="{0CAB1F26-7B42-07D5-2FF0-463FA9B1A8DB}"/>
              </a:ext>
            </a:extLst>
          </p:cNvPr>
          <p:cNvSpPr/>
          <p:nvPr/>
        </p:nvSpPr>
        <p:spPr>
          <a:xfrm>
            <a:off x="1601183" y="3435350"/>
            <a:ext cx="9192043" cy="3177118"/>
          </a:xfrm>
          <a:prstGeom prst="cub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314248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B2EBAED3-530A-264D-5F50-3953594520C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B07EA40-F28C-ADD2-E96E-1E07808D90F2}"/>
              </a:ext>
            </a:extLst>
          </p:cNvPr>
          <p:cNvPicPr>
            <a:picLocks noChangeAspect="1"/>
          </p:cNvPicPr>
          <p:nvPr/>
        </p:nvPicPr>
        <p:blipFill>
          <a:blip r:embed="rId2"/>
          <a:srcRect/>
          <a:stretch>
            <a:fillRect/>
          </a:stretch>
        </p:blipFill>
        <p:spPr>
          <a:xfrm>
            <a:off x="-4649712" y="7411442"/>
            <a:ext cx="4649712" cy="2009876"/>
          </a:xfrm>
          <a:prstGeom prst="rect">
            <a:avLst/>
          </a:prstGeom>
        </p:spPr>
      </p:pic>
      <p:sp>
        <p:nvSpPr>
          <p:cNvPr id="15" name="Cube 14">
            <a:extLst>
              <a:ext uri="{FF2B5EF4-FFF2-40B4-BE49-F238E27FC236}">
                <a16:creationId xmlns:a16="http://schemas.microsoft.com/office/drawing/2014/main" id="{14D0F3D2-6EFF-9B08-DE79-2DB3298F14E4}"/>
              </a:ext>
            </a:extLst>
          </p:cNvPr>
          <p:cNvSpPr/>
          <p:nvPr/>
        </p:nvSpPr>
        <p:spPr>
          <a:xfrm>
            <a:off x="1689167" y="3460749"/>
            <a:ext cx="2795626" cy="3183467"/>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Cube 1">
            <a:extLst>
              <a:ext uri="{FF2B5EF4-FFF2-40B4-BE49-F238E27FC236}">
                <a16:creationId xmlns:a16="http://schemas.microsoft.com/office/drawing/2014/main" id="{914D675B-675A-B5C0-38AC-D4AD4110A2CF}"/>
              </a:ext>
            </a:extLst>
          </p:cNvPr>
          <p:cNvSpPr/>
          <p:nvPr/>
        </p:nvSpPr>
        <p:spPr>
          <a:xfrm>
            <a:off x="6096000" y="3441698"/>
            <a:ext cx="2485833" cy="3183467"/>
          </a:xfrm>
          <a:prstGeom prst="cub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Cube 16">
            <a:extLst>
              <a:ext uri="{FF2B5EF4-FFF2-40B4-BE49-F238E27FC236}">
                <a16:creationId xmlns:a16="http://schemas.microsoft.com/office/drawing/2014/main" id="{71C064B9-204A-0F47-2849-BE6BD522CF11}"/>
              </a:ext>
            </a:extLst>
          </p:cNvPr>
          <p:cNvSpPr/>
          <p:nvPr/>
        </p:nvSpPr>
        <p:spPr>
          <a:xfrm>
            <a:off x="7996538" y="3429000"/>
            <a:ext cx="2663592" cy="3183467"/>
          </a:xfrm>
          <a:prstGeom prst="cub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ube 21">
            <a:extLst>
              <a:ext uri="{FF2B5EF4-FFF2-40B4-BE49-F238E27FC236}">
                <a16:creationId xmlns:a16="http://schemas.microsoft.com/office/drawing/2014/main" id="{0D8A41F1-50C0-38D5-B132-F7603021E664}"/>
              </a:ext>
            </a:extLst>
          </p:cNvPr>
          <p:cNvSpPr/>
          <p:nvPr/>
        </p:nvSpPr>
        <p:spPr>
          <a:xfrm>
            <a:off x="1601183" y="3435350"/>
            <a:ext cx="9192043" cy="3177118"/>
          </a:xfrm>
          <a:prstGeom prst="cub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Cube 18">
            <a:extLst>
              <a:ext uri="{FF2B5EF4-FFF2-40B4-BE49-F238E27FC236}">
                <a16:creationId xmlns:a16="http://schemas.microsoft.com/office/drawing/2014/main" id="{00EB9B4F-09AF-9677-18A7-69BA334D3B6E}"/>
              </a:ext>
            </a:extLst>
          </p:cNvPr>
          <p:cNvSpPr/>
          <p:nvPr/>
        </p:nvSpPr>
        <p:spPr>
          <a:xfrm>
            <a:off x="4017703" y="1000648"/>
            <a:ext cx="2795627" cy="3183467"/>
          </a:xfrm>
          <a:prstGeom prst="cub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ABBAB705-4E2E-220F-2954-AC523BBD4517}"/>
              </a:ext>
            </a:extLst>
          </p:cNvPr>
          <p:cNvSpPr txBox="1"/>
          <p:nvPr/>
        </p:nvSpPr>
        <p:spPr>
          <a:xfrm>
            <a:off x="6522720" y="246380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FFFFFF"/>
                </a:solidFill>
                <a:latin typeface="Aptos"/>
              </a:rPr>
              <a:t> food delivery application</a:t>
            </a:r>
            <a:r>
              <a:rPr sz="2400" b="0" i="0">
                <a:solidFill>
                  <a:srgbClr val="000000"/>
                </a:solidFill>
                <a:latin typeface="Aptos"/>
                <a:ea typeface="Aptos"/>
                <a:cs typeface="Aptos"/>
              </a:rPr>
              <a:t>​</a:t>
            </a:r>
            <a:endParaRPr lang="en-US"/>
          </a:p>
          <a:p>
            <a:pPr algn="ctr"/>
            <a:endParaRPr lang="en-US"/>
          </a:p>
        </p:txBody>
      </p:sp>
      <p:sp>
        <p:nvSpPr>
          <p:cNvPr id="5" name="TextBox 4">
            <a:extLst>
              <a:ext uri="{FF2B5EF4-FFF2-40B4-BE49-F238E27FC236}">
                <a16:creationId xmlns:a16="http://schemas.microsoft.com/office/drawing/2014/main" id="{CB3A10D1-782A-4A6E-8BA3-8B96613A1E5A}"/>
              </a:ext>
            </a:extLst>
          </p:cNvPr>
          <p:cNvSpPr txBox="1"/>
          <p:nvPr/>
        </p:nvSpPr>
        <p:spPr>
          <a:xfrm>
            <a:off x="1574800" y="247396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FFFFFF"/>
                </a:solidFill>
                <a:latin typeface="Aptos"/>
              </a:rPr>
              <a:t>Ai agent building</a:t>
            </a:r>
            <a:endParaRPr lang="en-US"/>
          </a:p>
          <a:p>
            <a:pPr algn="ctr"/>
            <a:endParaRPr lang="en-US"/>
          </a:p>
        </p:txBody>
      </p:sp>
    </p:spTree>
    <p:extLst>
      <p:ext uri="{BB962C8B-B14F-4D97-AF65-F5344CB8AC3E}">
        <p14:creationId xmlns:p14="http://schemas.microsoft.com/office/powerpoint/2010/main" val="2133566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DC24DD-F1B7-1C9B-7384-781C40E93EFE}"/>
              </a:ext>
            </a:extLst>
          </p:cNvPr>
          <p:cNvSpPr txBox="1"/>
          <p:nvPr/>
        </p:nvSpPr>
        <p:spPr>
          <a:xfrm>
            <a:off x="62810" y="3249765"/>
            <a:ext cx="118446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Example</a:t>
            </a:r>
            <a:endParaRPr lang="en-US">
              <a:solidFill>
                <a:schemeClr val="bg1"/>
              </a:solidFill>
            </a:endParaRPr>
          </a:p>
          <a:p>
            <a:endParaRPr lang="en-US">
              <a:solidFill>
                <a:schemeClr val="bg1"/>
              </a:solidFill>
            </a:endParaRPr>
          </a:p>
        </p:txBody>
      </p:sp>
      <p:grpSp>
        <p:nvGrpSpPr>
          <p:cNvPr id="8" name="Group 7">
            <a:extLst>
              <a:ext uri="{FF2B5EF4-FFF2-40B4-BE49-F238E27FC236}">
                <a16:creationId xmlns:a16="http://schemas.microsoft.com/office/drawing/2014/main" id="{36E4750E-4394-E08A-280D-518F7FCB25EE}"/>
              </a:ext>
            </a:extLst>
          </p:cNvPr>
          <p:cNvGrpSpPr/>
          <p:nvPr/>
        </p:nvGrpSpPr>
        <p:grpSpPr>
          <a:xfrm>
            <a:off x="0" y="3830230"/>
            <a:ext cx="12494558" cy="2892862"/>
            <a:chOff x="333934" y="459441"/>
            <a:chExt cx="12494558" cy="2892862"/>
          </a:xfrm>
        </p:grpSpPr>
        <p:sp>
          <p:nvSpPr>
            <p:cNvPr id="3" name="TextBox 2">
              <a:extLst>
                <a:ext uri="{FF2B5EF4-FFF2-40B4-BE49-F238E27FC236}">
                  <a16:creationId xmlns:a16="http://schemas.microsoft.com/office/drawing/2014/main" id="{AF5E01C0-EF50-9ADE-3C1F-3F690EE43A9F}"/>
                </a:ext>
              </a:extLst>
            </p:cNvPr>
            <p:cNvSpPr txBox="1"/>
            <p:nvPr/>
          </p:nvSpPr>
          <p:spPr>
            <a:xfrm>
              <a:off x="336176" y="459441"/>
              <a:ext cx="103430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solidFill>
                    <a:srgbClr val="FFFF00"/>
                  </a:solidFill>
                </a:rPr>
                <a:t>Agent 1</a:t>
              </a:r>
              <a:r>
                <a:rPr lang="en-US"/>
                <a:t> — </a:t>
              </a:r>
              <a:r>
                <a:rPr lang="en-US">
                  <a:solidFill>
                    <a:srgbClr val="FF0000"/>
                  </a:solidFill>
                </a:rPr>
                <a:t>Project Manager: Plans the project, defines requirements, and assigns tasks.</a:t>
              </a:r>
            </a:p>
            <a:p>
              <a:pPr algn="l"/>
              <a:endParaRPr lang="en-US"/>
            </a:p>
          </p:txBody>
        </p:sp>
        <p:sp>
          <p:nvSpPr>
            <p:cNvPr id="4" name="TextBox 3">
              <a:extLst>
                <a:ext uri="{FF2B5EF4-FFF2-40B4-BE49-F238E27FC236}">
                  <a16:creationId xmlns:a16="http://schemas.microsoft.com/office/drawing/2014/main" id="{740F48AF-E5EB-C127-39B2-3263589D2F1C}"/>
                </a:ext>
              </a:extLst>
            </p:cNvPr>
            <p:cNvSpPr txBox="1"/>
            <p:nvPr/>
          </p:nvSpPr>
          <p:spPr>
            <a:xfrm>
              <a:off x="333935" y="898711"/>
              <a:ext cx="1081367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solidFill>
                    <a:srgbClr val="92D050"/>
                  </a:solidFill>
                </a:rPr>
                <a:t>Agent 2</a:t>
              </a:r>
              <a:r>
                <a:rPr lang="en-US"/>
                <a:t> — </a:t>
              </a:r>
              <a:r>
                <a:rPr lang="en-US">
                  <a:solidFill>
                    <a:srgbClr val="00B0F0"/>
                  </a:solidFill>
                </a:rPr>
                <a:t>Frontend Developer: Builds restaurant listings, menus, shopping carts, and checkout screens.</a:t>
              </a:r>
            </a:p>
            <a:p>
              <a:pPr algn="l"/>
              <a:endParaRPr lang="en-US">
                <a:solidFill>
                  <a:srgbClr val="00B0F0"/>
                </a:solidFill>
              </a:endParaRPr>
            </a:p>
          </p:txBody>
        </p:sp>
        <p:sp>
          <p:nvSpPr>
            <p:cNvPr id="5" name="TextBox 4">
              <a:extLst>
                <a:ext uri="{FF2B5EF4-FFF2-40B4-BE49-F238E27FC236}">
                  <a16:creationId xmlns:a16="http://schemas.microsoft.com/office/drawing/2014/main" id="{F021B6B5-7C77-AD97-FA6A-1D49A1F9FA1E}"/>
                </a:ext>
              </a:extLst>
            </p:cNvPr>
            <p:cNvSpPr txBox="1"/>
            <p:nvPr/>
          </p:nvSpPr>
          <p:spPr>
            <a:xfrm>
              <a:off x="336176" y="1546411"/>
              <a:ext cx="107240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solidFill>
                    <a:schemeClr val="bg1">
                      <a:lumMod val="76000"/>
                    </a:schemeClr>
                  </a:solidFill>
                </a:rPr>
                <a:t>Agent 3 — Backend Developer: Develops user accounts, order processing, and APIs.</a:t>
              </a:r>
            </a:p>
            <a:p>
              <a:pPr algn="l"/>
              <a:endParaRPr lang="en-US">
                <a:solidFill>
                  <a:schemeClr val="bg2"/>
                </a:solidFill>
              </a:endParaRPr>
            </a:p>
          </p:txBody>
        </p:sp>
        <p:sp>
          <p:nvSpPr>
            <p:cNvPr id="6" name="TextBox 5">
              <a:extLst>
                <a:ext uri="{FF2B5EF4-FFF2-40B4-BE49-F238E27FC236}">
                  <a16:creationId xmlns:a16="http://schemas.microsoft.com/office/drawing/2014/main" id="{84BE942D-D0C8-E185-3B9D-44032775946B}"/>
                </a:ext>
              </a:extLst>
            </p:cNvPr>
            <p:cNvSpPr txBox="1"/>
            <p:nvPr/>
          </p:nvSpPr>
          <p:spPr>
            <a:xfrm>
              <a:off x="333936" y="2059641"/>
              <a:ext cx="1211355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solidFill>
                    <a:srgbClr val="00B0F0"/>
                  </a:solidFill>
                </a:rPr>
                <a:t>Agent 4</a:t>
              </a:r>
              <a:r>
                <a:rPr lang="en-US"/>
                <a:t> — </a:t>
              </a:r>
              <a:r>
                <a:rPr lang="en-US">
                  <a:solidFill>
                    <a:srgbClr val="92D050"/>
                  </a:solidFill>
                </a:rPr>
                <a:t>Database Specialist: Designs databases for customers, restaurants, menus, orders, and payments.</a:t>
              </a:r>
            </a:p>
            <a:p>
              <a:pPr algn="l"/>
              <a:endParaRPr lang="en-US">
                <a:solidFill>
                  <a:srgbClr val="92D050"/>
                </a:solidFill>
              </a:endParaRPr>
            </a:p>
          </p:txBody>
        </p:sp>
        <p:sp>
          <p:nvSpPr>
            <p:cNvPr id="7" name="TextBox 6">
              <a:extLst>
                <a:ext uri="{FF2B5EF4-FFF2-40B4-BE49-F238E27FC236}">
                  <a16:creationId xmlns:a16="http://schemas.microsoft.com/office/drawing/2014/main" id="{DC9F2068-6779-F6AF-EDD5-00ABAD57C14F}"/>
                </a:ext>
              </a:extLst>
            </p:cNvPr>
            <p:cNvSpPr txBox="1"/>
            <p:nvPr/>
          </p:nvSpPr>
          <p:spPr>
            <a:xfrm>
              <a:off x="333934" y="2705972"/>
              <a:ext cx="1249455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solidFill>
                    <a:srgbClr val="C00000"/>
                  </a:solidFill>
                </a:rPr>
                <a:t>Agent 5</a:t>
              </a:r>
              <a:r>
                <a:rPr lang="en-US"/>
                <a:t> — </a:t>
              </a:r>
              <a:r>
                <a:rPr lang="en-US">
                  <a:solidFill>
                    <a:srgbClr val="FFFF00"/>
                  </a:solidFill>
                </a:rPr>
                <a:t>QA Tester: Tests registration, order storage, checkout, and error handling.</a:t>
              </a:r>
            </a:p>
            <a:p>
              <a:pPr algn="l"/>
              <a:endParaRPr lang="en-US"/>
            </a:p>
          </p:txBody>
        </p:sp>
      </p:grpSp>
      <p:sp>
        <p:nvSpPr>
          <p:cNvPr id="11" name="TextBox 10">
            <a:extLst>
              <a:ext uri="{FF2B5EF4-FFF2-40B4-BE49-F238E27FC236}">
                <a16:creationId xmlns:a16="http://schemas.microsoft.com/office/drawing/2014/main" id="{EB76F420-6A5A-2AB6-DDB3-76D55119E66E}"/>
              </a:ext>
            </a:extLst>
          </p:cNvPr>
          <p:cNvSpPr txBox="1"/>
          <p:nvPr/>
        </p:nvSpPr>
        <p:spPr>
          <a:xfrm>
            <a:off x="62810" y="2695767"/>
            <a:ext cx="98835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rPr>
              <a:t>Ai agent building food delivery application</a:t>
            </a:r>
          </a:p>
        </p:txBody>
      </p:sp>
      <p:pic>
        <p:nvPicPr>
          <p:cNvPr id="15" name="Picture 14" descr="A futuristic, robotic figure with a suit and human facial features, holding a tablet and surrounded by abstract, digital circuit patterns.&#10;&#10;AI-generated content may be incorrect.">
            <a:extLst>
              <a:ext uri="{FF2B5EF4-FFF2-40B4-BE49-F238E27FC236}">
                <a16:creationId xmlns:a16="http://schemas.microsoft.com/office/drawing/2014/main" id="{F9C7AC43-B15B-18A1-EC1D-F2DDE48D5570}"/>
              </a:ext>
            </a:extLst>
          </p:cNvPr>
          <p:cNvPicPr>
            <a:picLocks noChangeAspect="1"/>
          </p:cNvPicPr>
          <p:nvPr/>
        </p:nvPicPr>
        <p:blipFill>
          <a:blip r:embed="rId2"/>
          <a:srcRect/>
          <a:stretch>
            <a:fillRect/>
          </a:stretch>
        </p:blipFill>
        <p:spPr>
          <a:xfrm>
            <a:off x="-393450" y="-155730"/>
            <a:ext cx="6640729" cy="2870509"/>
          </a:xfrm>
          <a:prstGeom prst="rect">
            <a:avLst/>
          </a:prstGeom>
        </p:spPr>
      </p:pic>
      <p:sp>
        <p:nvSpPr>
          <p:cNvPr id="17" name="Cube 16">
            <a:extLst>
              <a:ext uri="{FF2B5EF4-FFF2-40B4-BE49-F238E27FC236}">
                <a16:creationId xmlns:a16="http://schemas.microsoft.com/office/drawing/2014/main" id="{4B1122AA-E301-7EFB-E5DF-A27ADED65BA5}"/>
              </a:ext>
            </a:extLst>
          </p:cNvPr>
          <p:cNvSpPr/>
          <p:nvPr/>
        </p:nvSpPr>
        <p:spPr>
          <a:xfrm>
            <a:off x="6247279" y="39086"/>
            <a:ext cx="5922309" cy="3744978"/>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498033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B69C9077-4F1E-4CA9-69C9-1439CE0850E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B549C86-C81C-D840-298E-A621AB53EE4C}"/>
              </a:ext>
            </a:extLst>
          </p:cNvPr>
          <p:cNvPicPr>
            <a:picLocks noChangeAspect="1"/>
          </p:cNvPicPr>
          <p:nvPr/>
        </p:nvPicPr>
        <p:blipFill>
          <a:blip r:embed="rId2"/>
          <a:srcRect/>
          <a:stretch>
            <a:fillRect/>
          </a:stretch>
        </p:blipFill>
        <p:spPr>
          <a:xfrm>
            <a:off x="-4649712" y="7411442"/>
            <a:ext cx="4649712" cy="2009876"/>
          </a:xfrm>
          <a:prstGeom prst="rect">
            <a:avLst/>
          </a:prstGeom>
        </p:spPr>
      </p:pic>
      <p:sp>
        <p:nvSpPr>
          <p:cNvPr id="15" name="Cube 14">
            <a:extLst>
              <a:ext uri="{FF2B5EF4-FFF2-40B4-BE49-F238E27FC236}">
                <a16:creationId xmlns:a16="http://schemas.microsoft.com/office/drawing/2014/main" id="{58D1BA43-A75F-EB57-7E70-D82B0E485FDC}"/>
              </a:ext>
            </a:extLst>
          </p:cNvPr>
          <p:cNvSpPr/>
          <p:nvPr/>
        </p:nvSpPr>
        <p:spPr>
          <a:xfrm>
            <a:off x="1689167" y="3460749"/>
            <a:ext cx="2795626" cy="3183467"/>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Cube 18">
            <a:extLst>
              <a:ext uri="{FF2B5EF4-FFF2-40B4-BE49-F238E27FC236}">
                <a16:creationId xmlns:a16="http://schemas.microsoft.com/office/drawing/2014/main" id="{75886907-2590-531B-D920-32DDF839D571}"/>
              </a:ext>
            </a:extLst>
          </p:cNvPr>
          <p:cNvSpPr/>
          <p:nvPr/>
        </p:nvSpPr>
        <p:spPr>
          <a:xfrm>
            <a:off x="3853673" y="3441698"/>
            <a:ext cx="2795627" cy="3183467"/>
          </a:xfrm>
          <a:prstGeom prst="cub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Cube 1">
            <a:extLst>
              <a:ext uri="{FF2B5EF4-FFF2-40B4-BE49-F238E27FC236}">
                <a16:creationId xmlns:a16="http://schemas.microsoft.com/office/drawing/2014/main" id="{BA2FCC09-B249-C93E-78CA-169B23D31D5F}"/>
              </a:ext>
            </a:extLst>
          </p:cNvPr>
          <p:cNvSpPr/>
          <p:nvPr/>
        </p:nvSpPr>
        <p:spPr>
          <a:xfrm>
            <a:off x="6096000" y="3441698"/>
            <a:ext cx="2485833" cy="3183467"/>
          </a:xfrm>
          <a:prstGeom prst="cub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Cube 16">
            <a:extLst>
              <a:ext uri="{FF2B5EF4-FFF2-40B4-BE49-F238E27FC236}">
                <a16:creationId xmlns:a16="http://schemas.microsoft.com/office/drawing/2014/main" id="{A5340D4A-4A2E-E7FE-0671-22FACAF324C6}"/>
              </a:ext>
            </a:extLst>
          </p:cNvPr>
          <p:cNvSpPr/>
          <p:nvPr/>
        </p:nvSpPr>
        <p:spPr>
          <a:xfrm>
            <a:off x="7996538" y="3429000"/>
            <a:ext cx="2663592" cy="3183467"/>
          </a:xfrm>
          <a:prstGeom prst="cub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ube 21">
            <a:extLst>
              <a:ext uri="{FF2B5EF4-FFF2-40B4-BE49-F238E27FC236}">
                <a16:creationId xmlns:a16="http://schemas.microsoft.com/office/drawing/2014/main" id="{8A1B2682-3375-D9E4-BBA0-72B07ADD5A37}"/>
              </a:ext>
            </a:extLst>
          </p:cNvPr>
          <p:cNvSpPr/>
          <p:nvPr/>
        </p:nvSpPr>
        <p:spPr>
          <a:xfrm>
            <a:off x="1601183" y="3435350"/>
            <a:ext cx="9192043" cy="3177118"/>
          </a:xfrm>
          <a:prstGeom prst="cub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82698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24C843D3-5899-CAF4-F4D2-9A1C4A915DC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E2C1CF6-CE51-E815-B9A1-84A89820A163}"/>
              </a:ext>
            </a:extLst>
          </p:cNvPr>
          <p:cNvPicPr>
            <a:picLocks noChangeAspect="1"/>
          </p:cNvPicPr>
          <p:nvPr/>
        </p:nvPicPr>
        <p:blipFill>
          <a:blip r:embed="rId2"/>
          <a:srcRect/>
          <a:stretch>
            <a:fillRect/>
          </a:stretch>
        </p:blipFill>
        <p:spPr>
          <a:xfrm>
            <a:off x="-4649712" y="7411442"/>
            <a:ext cx="4649712" cy="2009876"/>
          </a:xfrm>
          <a:prstGeom prst="rect">
            <a:avLst/>
          </a:prstGeom>
        </p:spPr>
      </p:pic>
      <p:sp>
        <p:nvSpPr>
          <p:cNvPr id="15" name="Cube 14">
            <a:extLst>
              <a:ext uri="{FF2B5EF4-FFF2-40B4-BE49-F238E27FC236}">
                <a16:creationId xmlns:a16="http://schemas.microsoft.com/office/drawing/2014/main" id="{5F358A58-9FCC-214E-BF1A-6B2EC2BDE5D1}"/>
              </a:ext>
            </a:extLst>
          </p:cNvPr>
          <p:cNvSpPr/>
          <p:nvPr/>
        </p:nvSpPr>
        <p:spPr>
          <a:xfrm>
            <a:off x="1689167" y="3460749"/>
            <a:ext cx="2795626" cy="3183467"/>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Cube 18">
            <a:extLst>
              <a:ext uri="{FF2B5EF4-FFF2-40B4-BE49-F238E27FC236}">
                <a16:creationId xmlns:a16="http://schemas.microsoft.com/office/drawing/2014/main" id="{3FBE14C3-8621-B12D-1D36-AD1B4646BBD2}"/>
              </a:ext>
            </a:extLst>
          </p:cNvPr>
          <p:cNvSpPr/>
          <p:nvPr/>
        </p:nvSpPr>
        <p:spPr>
          <a:xfrm>
            <a:off x="3853673" y="3441698"/>
            <a:ext cx="2795627" cy="3183467"/>
          </a:xfrm>
          <a:prstGeom prst="cub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Cube 16">
            <a:extLst>
              <a:ext uri="{FF2B5EF4-FFF2-40B4-BE49-F238E27FC236}">
                <a16:creationId xmlns:a16="http://schemas.microsoft.com/office/drawing/2014/main" id="{D6A3310D-98C8-22C8-AC4C-F60AB70E2786}"/>
              </a:ext>
            </a:extLst>
          </p:cNvPr>
          <p:cNvSpPr/>
          <p:nvPr/>
        </p:nvSpPr>
        <p:spPr>
          <a:xfrm>
            <a:off x="7996538" y="3429000"/>
            <a:ext cx="2663592" cy="3183467"/>
          </a:xfrm>
          <a:prstGeom prst="cub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ube 21">
            <a:extLst>
              <a:ext uri="{FF2B5EF4-FFF2-40B4-BE49-F238E27FC236}">
                <a16:creationId xmlns:a16="http://schemas.microsoft.com/office/drawing/2014/main" id="{14855D98-A405-0827-14CF-3ECE46C1818D}"/>
              </a:ext>
            </a:extLst>
          </p:cNvPr>
          <p:cNvSpPr/>
          <p:nvPr/>
        </p:nvSpPr>
        <p:spPr>
          <a:xfrm>
            <a:off x="1601183" y="3435350"/>
            <a:ext cx="9192043" cy="3177118"/>
          </a:xfrm>
          <a:prstGeom prst="cub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Cube 1">
            <a:extLst>
              <a:ext uri="{FF2B5EF4-FFF2-40B4-BE49-F238E27FC236}">
                <a16:creationId xmlns:a16="http://schemas.microsoft.com/office/drawing/2014/main" id="{7E7505AF-501A-A03F-B950-49B49F5153F1}"/>
              </a:ext>
            </a:extLst>
          </p:cNvPr>
          <p:cNvSpPr/>
          <p:nvPr/>
        </p:nvSpPr>
        <p:spPr>
          <a:xfrm>
            <a:off x="6197204" y="1000648"/>
            <a:ext cx="2485833" cy="3183467"/>
          </a:xfrm>
          <a:prstGeom prst="cub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857CC97E-F0EB-6C19-4BBE-83F05A1ACD6E}"/>
              </a:ext>
            </a:extLst>
          </p:cNvPr>
          <p:cNvSpPr txBox="1"/>
          <p:nvPr/>
        </p:nvSpPr>
        <p:spPr>
          <a:xfrm>
            <a:off x="2987040" y="1986280"/>
            <a:ext cx="609600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5400" i="1">
                <a:solidFill>
                  <a:srgbClr val="FF0000"/>
                </a:solidFill>
                <a:latin typeface="Baguet Script"/>
              </a:rPr>
              <a:t>Real Event</a:t>
            </a:r>
            <a:endParaRPr lang="en-US" sz="5400">
              <a:solidFill>
                <a:srgbClr val="FF0000"/>
              </a:solidFill>
              <a:latin typeface="Baguet Script"/>
            </a:endParaRPr>
          </a:p>
          <a:p>
            <a:pPr algn="ctr"/>
            <a:endParaRPr lang="en-US" sz="6600">
              <a:solidFill>
                <a:srgbClr val="FF0000"/>
              </a:solidFill>
            </a:endParaRPr>
          </a:p>
        </p:txBody>
      </p:sp>
      <p:sp>
        <p:nvSpPr>
          <p:cNvPr id="4" name="TextBox 3">
            <a:extLst>
              <a:ext uri="{FF2B5EF4-FFF2-40B4-BE49-F238E27FC236}">
                <a16:creationId xmlns:a16="http://schemas.microsoft.com/office/drawing/2014/main" id="{3038B781-B414-6A63-DEFD-C36539DF5A5F}"/>
              </a:ext>
            </a:extLst>
          </p:cNvPr>
          <p:cNvSpPr txBox="1"/>
          <p:nvPr/>
        </p:nvSpPr>
        <p:spPr>
          <a:xfrm>
            <a:off x="5435600" y="726440"/>
            <a:ext cx="6096000"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4000" b="0" i="1" u="none" strike="noStrike" baseline="0">
                <a:solidFill>
                  <a:srgbClr val="92D050"/>
                </a:solidFill>
                <a:latin typeface="Aptos"/>
              </a:rPr>
              <a:t>On October 15, 2026</a:t>
            </a:r>
            <a:endParaRPr lang="en-US"/>
          </a:p>
          <a:p>
            <a:pPr algn="ctr"/>
            <a:endParaRPr lang="en-US"/>
          </a:p>
        </p:txBody>
      </p:sp>
    </p:spTree>
    <p:extLst>
      <p:ext uri="{BB962C8B-B14F-4D97-AF65-F5344CB8AC3E}">
        <p14:creationId xmlns:p14="http://schemas.microsoft.com/office/powerpoint/2010/main" val="2569785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045772-06A5-6DB8-00B7-07654F9C01E4}"/>
              </a:ext>
            </a:extLst>
          </p:cNvPr>
          <p:cNvSpPr txBox="1"/>
          <p:nvPr/>
        </p:nvSpPr>
        <p:spPr>
          <a:xfrm>
            <a:off x="444887" y="1359638"/>
            <a:ext cx="10299404" cy="1077218"/>
          </a:xfrm>
          <a:prstGeom prst="rect">
            <a:avLst/>
          </a:prstGeom>
          <a:noFill/>
        </p:spPr>
        <p:txBody>
          <a:bodyPr wrap="square" lIns="91440" tIns="45720" rIns="91440" bIns="45720">
            <a:spAutoFit/>
          </a:bodyPr>
          <a:lstStyle/>
          <a:p>
            <a:pPr>
              <a:lnSpc>
                <a:spcPct val="100000"/>
              </a:lnSpc>
              <a:buNone/>
            </a:pPr>
            <a:r>
              <a:rPr lang="en-CA" sz="1600" b="0">
                <a:solidFill>
                  <a:schemeClr val="bg1"/>
                </a:solidFill>
                <a:effectLst/>
                <a:latin typeface="+mn-lt"/>
              </a:rPr>
              <a:t> </a:t>
            </a:r>
            <a:r>
              <a:rPr lang="en-CA" sz="1600" b="0">
                <a:solidFill>
                  <a:schemeClr val="bg1"/>
                </a:solidFill>
                <a:effectLst/>
                <a:latin typeface="Papyrus"/>
              </a:rPr>
              <a:t>BAND</a:t>
            </a:r>
            <a:r>
              <a:rPr lang="en-CA" sz="1600" b="0">
                <a:solidFill>
                  <a:schemeClr val="bg1"/>
                </a:solidFill>
                <a:effectLst/>
                <a:latin typeface="+mn-lt"/>
              </a:rPr>
              <a:t> announced </a:t>
            </a:r>
            <a:r>
              <a:rPr lang="en-CA" sz="1600" b="0">
                <a:solidFill>
                  <a:schemeClr val="bg1"/>
                </a:solidFill>
                <a:effectLst/>
                <a:latin typeface="Papyrus"/>
              </a:rPr>
              <a:t>BAND</a:t>
            </a:r>
            <a:r>
              <a:rPr lang="en-CA" sz="1600" b="0">
                <a:solidFill>
                  <a:schemeClr val="bg1"/>
                </a:solidFill>
                <a:effectLst/>
                <a:latin typeface="+mn-lt"/>
              </a:rPr>
              <a:t> for Developers, a desktop application designed to help software developers coordinate multiple AI coding agents across different tools and work environments. It aims to make it easier to manage tasks, share information, and coordinate agents without manually transferring information between them. This shows that companies are developing practical tools for AI agents to collaborate on software projects.</a:t>
            </a:r>
            <a:endParaRPr lang="en-CA" sz="1600" b="0">
              <a:solidFill>
                <a:schemeClr val="bg1"/>
              </a:solidFill>
              <a:effectLst/>
              <a:latin typeface="Consolas" panose="020B0609020204030204" pitchFamily="49" charset="0"/>
            </a:endParaRPr>
          </a:p>
        </p:txBody>
      </p:sp>
      <p:sp>
        <p:nvSpPr>
          <p:cNvPr id="2" name="TextBox 1">
            <a:extLst>
              <a:ext uri="{FF2B5EF4-FFF2-40B4-BE49-F238E27FC236}">
                <a16:creationId xmlns:a16="http://schemas.microsoft.com/office/drawing/2014/main" id="{11AC3E56-2C3A-00E8-DD38-53023055EF44}"/>
              </a:ext>
            </a:extLst>
          </p:cNvPr>
          <p:cNvSpPr txBox="1"/>
          <p:nvPr/>
        </p:nvSpPr>
        <p:spPr>
          <a:xfrm>
            <a:off x="284321" y="273843"/>
            <a:ext cx="789620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4000" i="1">
                <a:solidFill>
                  <a:srgbClr val="C00000"/>
                </a:solidFill>
              </a:rPr>
              <a:t>Real Event </a:t>
            </a:r>
            <a:r>
              <a:rPr lang="en-CA" sz="4000" i="1">
                <a:solidFill>
                  <a:srgbClr val="92D050"/>
                </a:solidFill>
              </a:rPr>
              <a:t>On October 15, 2026</a:t>
            </a:r>
            <a:endParaRPr lang="en-US" sz="4000">
              <a:solidFill>
                <a:srgbClr val="92D050"/>
              </a:solidFill>
            </a:endParaRPr>
          </a:p>
        </p:txBody>
      </p:sp>
      <p:sp>
        <p:nvSpPr>
          <p:cNvPr id="4" name="TextBox 3">
            <a:extLst>
              <a:ext uri="{FF2B5EF4-FFF2-40B4-BE49-F238E27FC236}">
                <a16:creationId xmlns:a16="http://schemas.microsoft.com/office/drawing/2014/main" id="{80C1E520-F5CC-6E64-B09F-2E3F975D9347}"/>
              </a:ext>
            </a:extLst>
          </p:cNvPr>
          <p:cNvSpPr txBox="1"/>
          <p:nvPr/>
        </p:nvSpPr>
        <p:spPr>
          <a:xfrm>
            <a:off x="262007" y="3039722"/>
            <a:ext cx="6106698"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   AI can build software together by Using advanced reasoning models (like Claude Opus) to read feature requests, map out technical architecture, and write detailed task tickets . </a:t>
            </a:r>
            <a:endParaRPr lang="en-US">
              <a:solidFill>
                <a:schemeClr val="bg1"/>
              </a:solidFill>
            </a:endParaRPr>
          </a:p>
          <a:p>
            <a:r>
              <a:rPr lang="en-US">
                <a:solidFill>
                  <a:schemeClr val="bg1"/>
                </a:solidFill>
                <a:ea typeface="+mn-lt"/>
                <a:cs typeface="+mn-lt"/>
              </a:rPr>
              <a:t>•   Specialized agents review the code concurrently for security vulnerabilities, UI/UX consistency, design standards, and code quality.</a:t>
            </a:r>
            <a:endParaRPr lang="en-US">
              <a:solidFill>
                <a:schemeClr val="bg1"/>
              </a:solidFill>
            </a:endParaRPr>
          </a:p>
          <a:p>
            <a:r>
              <a:rPr lang="en-US">
                <a:solidFill>
                  <a:schemeClr val="bg1"/>
                </a:solidFill>
                <a:ea typeface="+mn-lt"/>
                <a:cs typeface="+mn-lt"/>
              </a:rPr>
              <a:t>•   Orchestrators / Approvers: A supervisory agent or human approver evaluates whether the output satisfies the criteria before merging code into the main repository </a:t>
            </a:r>
            <a:endParaRPr lang="en-US">
              <a:solidFill>
                <a:schemeClr val="bg1"/>
              </a:solidFill>
            </a:endParaRPr>
          </a:p>
          <a:p>
            <a:endParaRPr lang="en-US">
              <a:solidFill>
                <a:schemeClr val="bg1"/>
              </a:solidFill>
            </a:endParaRPr>
          </a:p>
        </p:txBody>
      </p:sp>
      <p:sp>
        <p:nvSpPr>
          <p:cNvPr id="6" name="Cube 5">
            <a:extLst>
              <a:ext uri="{FF2B5EF4-FFF2-40B4-BE49-F238E27FC236}">
                <a16:creationId xmlns:a16="http://schemas.microsoft.com/office/drawing/2014/main" id="{5ABA105F-D616-3015-7B9A-AB7298135736}"/>
              </a:ext>
            </a:extLst>
          </p:cNvPr>
          <p:cNvSpPr/>
          <p:nvPr/>
        </p:nvSpPr>
        <p:spPr>
          <a:xfrm>
            <a:off x="6782172" y="2622715"/>
            <a:ext cx="4739267" cy="3817842"/>
          </a:xfrm>
          <a:prstGeom prst="cube">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 name="Picture 7" descr="A futuristic, robotic figure with a suit and human facial features, holding a tablet and surrounded by abstract, digital circuit patterns.&#10;&#10;AI-generated content may be incorrect.">
            <a:extLst>
              <a:ext uri="{FF2B5EF4-FFF2-40B4-BE49-F238E27FC236}">
                <a16:creationId xmlns:a16="http://schemas.microsoft.com/office/drawing/2014/main" id="{167CA857-8152-41FE-EEA1-AFC4B3183AB3}"/>
              </a:ext>
            </a:extLst>
          </p:cNvPr>
          <p:cNvPicPr>
            <a:picLocks noChangeAspect="1"/>
          </p:cNvPicPr>
          <p:nvPr/>
        </p:nvPicPr>
        <p:blipFill>
          <a:blip r:embed="rId3"/>
          <a:srcRect/>
          <a:stretch>
            <a:fillRect/>
          </a:stretch>
        </p:blipFill>
        <p:spPr>
          <a:xfrm>
            <a:off x="9151805" y="3796"/>
            <a:ext cx="3136650" cy="1355842"/>
          </a:xfrm>
          <a:prstGeom prst="rect">
            <a:avLst/>
          </a:prstGeom>
        </p:spPr>
      </p:pic>
    </p:spTree>
    <p:extLst>
      <p:ext uri="{BB962C8B-B14F-4D97-AF65-F5344CB8AC3E}">
        <p14:creationId xmlns:p14="http://schemas.microsoft.com/office/powerpoint/2010/main" val="3300682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F8F5C160-C473-A6F5-4E8F-DD1A3F0AD17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358A6ED-8975-855C-8418-22A6B7762FE1}"/>
              </a:ext>
            </a:extLst>
          </p:cNvPr>
          <p:cNvPicPr>
            <a:picLocks noChangeAspect="1"/>
          </p:cNvPicPr>
          <p:nvPr/>
        </p:nvPicPr>
        <p:blipFill>
          <a:blip r:embed="rId2"/>
          <a:srcRect/>
          <a:stretch>
            <a:fillRect/>
          </a:stretch>
        </p:blipFill>
        <p:spPr>
          <a:xfrm>
            <a:off x="-4649712" y="7411442"/>
            <a:ext cx="4649712" cy="2009876"/>
          </a:xfrm>
          <a:prstGeom prst="rect">
            <a:avLst/>
          </a:prstGeom>
        </p:spPr>
      </p:pic>
      <p:sp>
        <p:nvSpPr>
          <p:cNvPr id="15" name="Cube 14">
            <a:extLst>
              <a:ext uri="{FF2B5EF4-FFF2-40B4-BE49-F238E27FC236}">
                <a16:creationId xmlns:a16="http://schemas.microsoft.com/office/drawing/2014/main" id="{19DEC4B0-720C-2166-8F3D-156770EBE763}"/>
              </a:ext>
            </a:extLst>
          </p:cNvPr>
          <p:cNvSpPr/>
          <p:nvPr/>
        </p:nvSpPr>
        <p:spPr>
          <a:xfrm>
            <a:off x="1689167" y="3460749"/>
            <a:ext cx="2795626" cy="3183467"/>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Cube 18">
            <a:extLst>
              <a:ext uri="{FF2B5EF4-FFF2-40B4-BE49-F238E27FC236}">
                <a16:creationId xmlns:a16="http://schemas.microsoft.com/office/drawing/2014/main" id="{2778EB64-A09A-78C8-3E2E-CA7E014478FE}"/>
              </a:ext>
            </a:extLst>
          </p:cNvPr>
          <p:cNvSpPr/>
          <p:nvPr/>
        </p:nvSpPr>
        <p:spPr>
          <a:xfrm>
            <a:off x="3853673" y="3441698"/>
            <a:ext cx="2795627" cy="3183467"/>
          </a:xfrm>
          <a:prstGeom prst="cub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Cube 1">
            <a:extLst>
              <a:ext uri="{FF2B5EF4-FFF2-40B4-BE49-F238E27FC236}">
                <a16:creationId xmlns:a16="http://schemas.microsoft.com/office/drawing/2014/main" id="{879F060A-6FC4-21B8-6AB6-45758FD8E004}"/>
              </a:ext>
            </a:extLst>
          </p:cNvPr>
          <p:cNvSpPr/>
          <p:nvPr/>
        </p:nvSpPr>
        <p:spPr>
          <a:xfrm>
            <a:off x="6096000" y="3441698"/>
            <a:ext cx="2485833" cy="3183467"/>
          </a:xfrm>
          <a:prstGeom prst="cub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Cube 16">
            <a:extLst>
              <a:ext uri="{FF2B5EF4-FFF2-40B4-BE49-F238E27FC236}">
                <a16:creationId xmlns:a16="http://schemas.microsoft.com/office/drawing/2014/main" id="{9C34538B-0217-A69D-29BF-B4DBEF009A22}"/>
              </a:ext>
            </a:extLst>
          </p:cNvPr>
          <p:cNvSpPr/>
          <p:nvPr/>
        </p:nvSpPr>
        <p:spPr>
          <a:xfrm>
            <a:off x="7996538" y="3429000"/>
            <a:ext cx="2663592" cy="3183467"/>
          </a:xfrm>
          <a:prstGeom prst="cub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ube 21">
            <a:extLst>
              <a:ext uri="{FF2B5EF4-FFF2-40B4-BE49-F238E27FC236}">
                <a16:creationId xmlns:a16="http://schemas.microsoft.com/office/drawing/2014/main" id="{8A323996-58E2-4569-9A61-B4C9F4F12B89}"/>
              </a:ext>
            </a:extLst>
          </p:cNvPr>
          <p:cNvSpPr/>
          <p:nvPr/>
        </p:nvSpPr>
        <p:spPr>
          <a:xfrm>
            <a:off x="1601183" y="3435350"/>
            <a:ext cx="9192043" cy="3177118"/>
          </a:xfrm>
          <a:prstGeom prst="cub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014436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634B6316-D911-DAEF-D64E-A1D692471CB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0CC2312-D1B9-4A5B-0250-2EC252F98B58}"/>
              </a:ext>
            </a:extLst>
          </p:cNvPr>
          <p:cNvPicPr>
            <a:picLocks noChangeAspect="1"/>
          </p:cNvPicPr>
          <p:nvPr/>
        </p:nvPicPr>
        <p:blipFill>
          <a:blip r:embed="rId2"/>
          <a:srcRect/>
          <a:stretch>
            <a:fillRect/>
          </a:stretch>
        </p:blipFill>
        <p:spPr>
          <a:xfrm>
            <a:off x="-4649712" y="7411442"/>
            <a:ext cx="4649712" cy="2009876"/>
          </a:xfrm>
          <a:prstGeom prst="rect">
            <a:avLst/>
          </a:prstGeom>
        </p:spPr>
      </p:pic>
      <p:sp>
        <p:nvSpPr>
          <p:cNvPr id="15" name="Cube 14">
            <a:extLst>
              <a:ext uri="{FF2B5EF4-FFF2-40B4-BE49-F238E27FC236}">
                <a16:creationId xmlns:a16="http://schemas.microsoft.com/office/drawing/2014/main" id="{0CDE7694-8304-B2C0-FB93-D44FAC4F21D7}"/>
              </a:ext>
            </a:extLst>
          </p:cNvPr>
          <p:cNvSpPr/>
          <p:nvPr/>
        </p:nvSpPr>
        <p:spPr>
          <a:xfrm>
            <a:off x="1689167" y="3460749"/>
            <a:ext cx="2795626" cy="3183467"/>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Cube 18">
            <a:extLst>
              <a:ext uri="{FF2B5EF4-FFF2-40B4-BE49-F238E27FC236}">
                <a16:creationId xmlns:a16="http://schemas.microsoft.com/office/drawing/2014/main" id="{D20D894D-8422-3C7F-6545-1693ED383F78}"/>
              </a:ext>
            </a:extLst>
          </p:cNvPr>
          <p:cNvSpPr/>
          <p:nvPr/>
        </p:nvSpPr>
        <p:spPr>
          <a:xfrm>
            <a:off x="3853673" y="3441698"/>
            <a:ext cx="2795627" cy="3183467"/>
          </a:xfrm>
          <a:prstGeom prst="cub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Cube 1">
            <a:extLst>
              <a:ext uri="{FF2B5EF4-FFF2-40B4-BE49-F238E27FC236}">
                <a16:creationId xmlns:a16="http://schemas.microsoft.com/office/drawing/2014/main" id="{EC7930FA-4A69-E056-75CA-3F5EB7CC86AA}"/>
              </a:ext>
            </a:extLst>
          </p:cNvPr>
          <p:cNvSpPr/>
          <p:nvPr/>
        </p:nvSpPr>
        <p:spPr>
          <a:xfrm>
            <a:off x="6096000" y="3441698"/>
            <a:ext cx="2485833" cy="3183467"/>
          </a:xfrm>
          <a:prstGeom prst="cub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ube 21">
            <a:extLst>
              <a:ext uri="{FF2B5EF4-FFF2-40B4-BE49-F238E27FC236}">
                <a16:creationId xmlns:a16="http://schemas.microsoft.com/office/drawing/2014/main" id="{C6F278F9-073F-A759-A75A-3AB4E4A6FF6A}"/>
              </a:ext>
            </a:extLst>
          </p:cNvPr>
          <p:cNvSpPr/>
          <p:nvPr/>
        </p:nvSpPr>
        <p:spPr>
          <a:xfrm>
            <a:off x="1499583" y="3455670"/>
            <a:ext cx="9192043" cy="3177118"/>
          </a:xfrm>
          <a:prstGeom prst="cub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Cube 16">
            <a:extLst>
              <a:ext uri="{FF2B5EF4-FFF2-40B4-BE49-F238E27FC236}">
                <a16:creationId xmlns:a16="http://schemas.microsoft.com/office/drawing/2014/main" id="{1CF78042-69A9-9E9D-0757-7A52886758C8}"/>
              </a:ext>
            </a:extLst>
          </p:cNvPr>
          <p:cNvSpPr/>
          <p:nvPr/>
        </p:nvSpPr>
        <p:spPr>
          <a:xfrm>
            <a:off x="7996538" y="1000760"/>
            <a:ext cx="2663592" cy="3183467"/>
          </a:xfrm>
          <a:prstGeom prst="cub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86457CCC-3518-CCC1-0EED-FADD31EEB120}"/>
              </a:ext>
            </a:extLst>
          </p:cNvPr>
          <p:cNvSpPr txBox="1"/>
          <p:nvPr/>
        </p:nvSpPr>
        <p:spPr>
          <a:xfrm>
            <a:off x="2225040" y="2921000"/>
            <a:ext cx="6096000"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0" i="0" u="none" strike="noStrike" baseline="0">
                <a:solidFill>
                  <a:schemeClr val="tx1">
                    <a:lumMod val="65000"/>
                    <a:lumOff val="35000"/>
                  </a:schemeClr>
                </a:solidFill>
                <a:highlight>
                  <a:srgbClr val="FFFF00"/>
                </a:highlight>
                <a:latin typeface="Aptos"/>
              </a:rPr>
              <a:t>Common Multi-Agent Workflows</a:t>
            </a:r>
            <a:r>
              <a:rPr lang="en-US" sz="3200" b="0" i="0">
                <a:solidFill>
                  <a:schemeClr val="tx1">
                    <a:lumMod val="65000"/>
                    <a:lumOff val="35000"/>
                  </a:schemeClr>
                </a:solidFill>
                <a:highlight>
                  <a:srgbClr val="FFFF00"/>
                </a:highlight>
                <a:latin typeface="Aptos"/>
                <a:ea typeface="Aptos"/>
                <a:cs typeface="Aptos"/>
              </a:rPr>
              <a:t>​</a:t>
            </a:r>
            <a:endParaRPr lang="en-US" sz="3200">
              <a:solidFill>
                <a:schemeClr val="tx1">
                  <a:lumMod val="65000"/>
                  <a:lumOff val="35000"/>
                </a:schemeClr>
              </a:solidFill>
              <a:highlight>
                <a:srgbClr val="FFFF00"/>
              </a:highlight>
            </a:endParaRPr>
          </a:p>
          <a:p>
            <a:pPr algn="ctr"/>
            <a:endParaRPr lang="en-US" sz="3600">
              <a:solidFill>
                <a:schemeClr val="tx1">
                  <a:lumMod val="65000"/>
                  <a:lumOff val="35000"/>
                </a:schemeClr>
              </a:solidFill>
              <a:highlight>
                <a:srgbClr val="FFFF00"/>
              </a:highlight>
            </a:endParaRPr>
          </a:p>
        </p:txBody>
      </p:sp>
    </p:spTree>
    <p:extLst>
      <p:ext uri="{BB962C8B-B14F-4D97-AF65-F5344CB8AC3E}">
        <p14:creationId xmlns:p14="http://schemas.microsoft.com/office/powerpoint/2010/main" val="2449182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BA2822A5-A7BD-A7E6-E534-8B4A29B1523F}"/>
            </a:ext>
          </a:extLst>
        </p:cNvPr>
        <p:cNvGrpSpPr/>
        <p:nvPr/>
      </p:nvGrpSpPr>
      <p:grpSpPr>
        <a:xfrm>
          <a:off x="0" y="0"/>
          <a:ext cx="0" cy="0"/>
          <a:chOff x="0" y="0"/>
          <a:chExt cx="0" cy="0"/>
        </a:xfrm>
      </p:grpSpPr>
      <p:sp>
        <p:nvSpPr>
          <p:cNvPr id="7" name="Cube 6">
            <a:extLst>
              <a:ext uri="{FF2B5EF4-FFF2-40B4-BE49-F238E27FC236}">
                <a16:creationId xmlns:a16="http://schemas.microsoft.com/office/drawing/2014/main" id="{A7DAF55C-5205-EE73-207F-B3524B8CB1A6}"/>
              </a:ext>
            </a:extLst>
          </p:cNvPr>
          <p:cNvSpPr/>
          <p:nvPr/>
        </p:nvSpPr>
        <p:spPr>
          <a:xfrm>
            <a:off x="0" y="4290"/>
            <a:ext cx="12204517" cy="6849420"/>
          </a:xfrm>
          <a:prstGeom prst="cube">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extBox 1">
            <a:extLst>
              <a:ext uri="{FF2B5EF4-FFF2-40B4-BE49-F238E27FC236}">
                <a16:creationId xmlns:a16="http://schemas.microsoft.com/office/drawing/2014/main" id="{46550000-1098-6B6C-B55F-1F071DBBF6B2}"/>
              </a:ext>
            </a:extLst>
          </p:cNvPr>
          <p:cNvSpPr txBox="1"/>
          <p:nvPr/>
        </p:nvSpPr>
        <p:spPr>
          <a:xfrm>
            <a:off x="1708802" y="0"/>
            <a:ext cx="930465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i="1" u="sng" dirty="0">
                <a:ea typeface="+mn-lt"/>
                <a:cs typeface="+mn-lt"/>
              </a:rPr>
              <a:t>Common Multi-Agent Workflows</a:t>
            </a:r>
            <a:endParaRPr lang="en-US" sz="1600" b="1" i="1" u="sng" dirty="0"/>
          </a:p>
          <a:p>
            <a:pPr marL="228600" indent="-228600">
              <a:buAutoNum type="arabicPeriod"/>
            </a:pPr>
            <a:r>
              <a:rPr lang="en-US" sz="1600" dirty="0">
                <a:ea typeface="+mn-lt"/>
                <a:cs typeface="+mn-lt"/>
              </a:rPr>
              <a:t>Spec-Driven Development: Define requirements and test cases before coding begins.</a:t>
            </a:r>
          </a:p>
          <a:p>
            <a:pPr marL="228600" indent="-228600">
              <a:buAutoNum type="arabicPeriod"/>
            </a:pPr>
            <a:r>
              <a:rPr lang="en-US" sz="1600" dirty="0">
                <a:ea typeface="+mn-lt"/>
                <a:cs typeface="+mn-lt"/>
              </a:rPr>
              <a:t>Loop-Based Validation: Agents write code, test it, fix errors, and repeat until it works correctly.</a:t>
            </a:r>
          </a:p>
          <a:p>
            <a:pPr marL="228600" indent="-228600">
              <a:buAutoNum type="arabicPeriod"/>
            </a:pPr>
            <a:r>
              <a:rPr lang="en-US" sz="1600" dirty="0"/>
              <a:t>Shared Workspaces: Agents collaborate through shared repositories and project tools.</a:t>
            </a:r>
          </a:p>
        </p:txBody>
      </p:sp>
      <p:sp>
        <p:nvSpPr>
          <p:cNvPr id="8" name="Rectangle 7">
            <a:extLst>
              <a:ext uri="{FF2B5EF4-FFF2-40B4-BE49-F238E27FC236}">
                <a16:creationId xmlns:a16="http://schemas.microsoft.com/office/drawing/2014/main" id="{173D1C38-BE9A-D261-CF01-7448264A2AC1}"/>
              </a:ext>
            </a:extLst>
          </p:cNvPr>
          <p:cNvSpPr/>
          <p:nvPr/>
        </p:nvSpPr>
        <p:spPr>
          <a:xfrm>
            <a:off x="84083" y="4771697"/>
            <a:ext cx="462455" cy="1966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F28C8F09-9E7A-4553-4618-8B1AFB281A21}"/>
              </a:ext>
            </a:extLst>
          </p:cNvPr>
          <p:cNvSpPr txBox="1"/>
          <p:nvPr/>
        </p:nvSpPr>
        <p:spPr>
          <a:xfrm>
            <a:off x="-473031" y="5754897"/>
            <a:ext cx="1107796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t>What Makes Multi-Agent Systems Work?</a:t>
            </a:r>
          </a:p>
          <a:p>
            <a:pPr marL="171450" indent="-171450" algn="r">
              <a:buFont typeface="Arial"/>
              <a:buChar char="•"/>
            </a:pPr>
            <a:r>
              <a:rPr lang="en-US" sz="1600"/>
              <a:t>Clear roles: Each agent has a separate responsibility, such as planning, coding, testing, or reviewing.                              </a:t>
            </a:r>
          </a:p>
          <a:p>
            <a:pPr marL="171450" indent="-171450" algn="r">
              <a:buFont typeface="Arial"/>
              <a:buChar char="•"/>
            </a:pPr>
            <a:r>
              <a:rPr lang="en-US" sz="1600"/>
              <a:t>Good communication: Agents should explain their decisions when handing tasks to other agents.                                            </a:t>
            </a:r>
          </a:p>
          <a:p>
            <a:pPr marL="171450" indent="-171450" algn="r">
              <a:buFont typeface="Arial"/>
              <a:buChar char="•"/>
            </a:pPr>
            <a:r>
              <a:rPr lang="en-US" sz="1600"/>
              <a:t>Human supervision: Humans should approve important decisions about architecture, security, and software releases.</a:t>
            </a:r>
          </a:p>
          <a:p>
            <a:pPr algn="l"/>
            <a:endParaRPr lang="en-US" sz="1600"/>
          </a:p>
        </p:txBody>
      </p:sp>
      <p:sp>
        <p:nvSpPr>
          <p:cNvPr id="3" name="TextBox 2">
            <a:extLst>
              <a:ext uri="{FF2B5EF4-FFF2-40B4-BE49-F238E27FC236}">
                <a16:creationId xmlns:a16="http://schemas.microsoft.com/office/drawing/2014/main" id="{031B7C97-CD1F-51D0-62CD-1181B4550338}"/>
              </a:ext>
            </a:extLst>
          </p:cNvPr>
          <p:cNvSpPr txBox="1"/>
          <p:nvPr/>
        </p:nvSpPr>
        <p:spPr>
          <a:xfrm>
            <a:off x="84083" y="1836906"/>
            <a:ext cx="2627586"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ea typeface="+mn-lt"/>
                <a:cs typeface="+mn-lt"/>
              </a:rPr>
              <a:t>Challenges and Limitations</a:t>
            </a:r>
            <a:endParaRPr lang="en-US" sz="1600" dirty="0"/>
          </a:p>
          <a:p>
            <a:pPr marL="285750" indent="-285750">
              <a:buFont typeface="Arial"/>
              <a:buChar char="•"/>
            </a:pPr>
            <a:r>
              <a:rPr lang="en-US" sz="1600" dirty="0">
                <a:ea typeface="+mn-lt"/>
                <a:cs typeface="+mn-lt"/>
              </a:rPr>
              <a:t>High costs: Running multiple AI agents can require significant computing resources and money.</a:t>
            </a:r>
            <a:endParaRPr lang="en-US" sz="1600" dirty="0"/>
          </a:p>
          <a:p>
            <a:pPr marL="285750" indent="-285750">
              <a:buFont typeface="Arial"/>
              <a:buChar char="•"/>
            </a:pPr>
            <a:r>
              <a:rPr lang="en-US" sz="1600" dirty="0">
                <a:ea typeface="+mn-lt"/>
                <a:cs typeface="+mn-lt"/>
              </a:rPr>
              <a:t>Security risks: More agents with access to code or infrastructure can create more security vulnerabilities.</a:t>
            </a:r>
            <a:endParaRPr lang="en-US" sz="1600" dirty="0"/>
          </a:p>
        </p:txBody>
      </p:sp>
      <p:sp>
        <p:nvSpPr>
          <p:cNvPr id="10" name="TextBox 9">
            <a:extLst>
              <a:ext uri="{FF2B5EF4-FFF2-40B4-BE49-F238E27FC236}">
                <a16:creationId xmlns:a16="http://schemas.microsoft.com/office/drawing/2014/main" id="{8629FA3D-B255-EF5A-E899-FD0774994B3F}"/>
              </a:ext>
            </a:extLst>
          </p:cNvPr>
          <p:cNvSpPr txBox="1"/>
          <p:nvPr/>
        </p:nvSpPr>
        <p:spPr>
          <a:xfrm>
            <a:off x="-269831" y="7505853"/>
            <a:ext cx="14162465" cy="215444"/>
          </a:xfrm>
          <a:prstGeom prst="rect">
            <a:avLst/>
          </a:prstGeom>
          <a:noFill/>
        </p:spPr>
        <p:txBody>
          <a:bodyPr wrap="square" rtlCol="0">
            <a:spAutoFit/>
          </a:bodyPr>
          <a:lstStyle/>
          <a:p>
            <a:r>
              <a:rPr lang="en-US" sz="800" b="1" i="1">
                <a:solidFill>
                  <a:schemeClr val="bg1"/>
                </a:solidFill>
                <a:effectLst>
                  <a:outerShdw blurRad="38100" dist="38100" dir="2700000" algn="tl">
                    <a:srgbClr val="000000">
                      <a:alpha val="43137"/>
                    </a:srgbClr>
                  </a:outerShdw>
                  <a:reflection blurRad="6350" stA="55000" endA="300" endPos="45500" dir="5400000" sy="-100000" algn="bl" rotWithShape="0"/>
                </a:effectLst>
              </a:rPr>
              <a:t>THANK YOU FOR LISTENING</a:t>
            </a:r>
            <a:endParaRPr lang="en-CA" sz="800" b="1" i="1">
              <a:solidFill>
                <a:schemeClr val="bg1"/>
              </a:solidFill>
              <a:effectLst>
                <a:outerShdw blurRad="38100" dist="38100" dir="2700000" algn="tl">
                  <a:srgbClr val="000000">
                    <a:alpha val="43137"/>
                  </a:srgbClr>
                </a:outerShdw>
                <a:reflection blurRad="6350" stA="55000" endA="300" endPos="45500" dir="5400000" sy="-100000" algn="bl" rotWithShape="0"/>
              </a:effectLst>
            </a:endParaRPr>
          </a:p>
        </p:txBody>
      </p:sp>
    </p:spTree>
    <p:extLst>
      <p:ext uri="{BB962C8B-B14F-4D97-AF65-F5344CB8AC3E}">
        <p14:creationId xmlns:p14="http://schemas.microsoft.com/office/powerpoint/2010/main" val="4176153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293E2C0D-144C-E575-7520-B7A3BFAA562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67406EF-5361-288C-1719-6BBE85F1CBBF}"/>
              </a:ext>
            </a:extLst>
          </p:cNvPr>
          <p:cNvPicPr>
            <a:picLocks noChangeAspect="1"/>
          </p:cNvPicPr>
          <p:nvPr/>
        </p:nvPicPr>
        <p:blipFill>
          <a:blip r:embed="rId2"/>
          <a:srcRect/>
          <a:stretch>
            <a:fillRect/>
          </a:stretch>
        </p:blipFill>
        <p:spPr>
          <a:xfrm>
            <a:off x="-4649712" y="7411442"/>
            <a:ext cx="4649712" cy="2009876"/>
          </a:xfrm>
          <a:prstGeom prst="rect">
            <a:avLst/>
          </a:prstGeom>
        </p:spPr>
      </p:pic>
      <p:sp>
        <p:nvSpPr>
          <p:cNvPr id="15" name="Cube 14">
            <a:extLst>
              <a:ext uri="{FF2B5EF4-FFF2-40B4-BE49-F238E27FC236}">
                <a16:creationId xmlns:a16="http://schemas.microsoft.com/office/drawing/2014/main" id="{D3C73FD8-2B3B-C342-7F8A-BBBD08DEDCB1}"/>
              </a:ext>
            </a:extLst>
          </p:cNvPr>
          <p:cNvSpPr/>
          <p:nvPr/>
        </p:nvSpPr>
        <p:spPr>
          <a:xfrm>
            <a:off x="1689167" y="3460749"/>
            <a:ext cx="2795626" cy="3183467"/>
          </a:xfrm>
          <a:prstGeom prst="cub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Cube 18">
            <a:extLst>
              <a:ext uri="{FF2B5EF4-FFF2-40B4-BE49-F238E27FC236}">
                <a16:creationId xmlns:a16="http://schemas.microsoft.com/office/drawing/2014/main" id="{7F3A2742-9B31-1EC3-21E9-6E6AE5AD8BEB}"/>
              </a:ext>
            </a:extLst>
          </p:cNvPr>
          <p:cNvSpPr/>
          <p:nvPr/>
        </p:nvSpPr>
        <p:spPr>
          <a:xfrm>
            <a:off x="3853673" y="3441698"/>
            <a:ext cx="2795627" cy="3183467"/>
          </a:xfrm>
          <a:prstGeom prst="cub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Cube 1">
            <a:extLst>
              <a:ext uri="{FF2B5EF4-FFF2-40B4-BE49-F238E27FC236}">
                <a16:creationId xmlns:a16="http://schemas.microsoft.com/office/drawing/2014/main" id="{153E227B-4FA4-B704-F60F-071EC5D78118}"/>
              </a:ext>
            </a:extLst>
          </p:cNvPr>
          <p:cNvSpPr/>
          <p:nvPr/>
        </p:nvSpPr>
        <p:spPr>
          <a:xfrm>
            <a:off x="6096000" y="3441698"/>
            <a:ext cx="2485833" cy="3183467"/>
          </a:xfrm>
          <a:prstGeom prst="cub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Cube 16">
            <a:extLst>
              <a:ext uri="{FF2B5EF4-FFF2-40B4-BE49-F238E27FC236}">
                <a16:creationId xmlns:a16="http://schemas.microsoft.com/office/drawing/2014/main" id="{A4E161A7-F9FB-233B-7527-3C48A8161359}"/>
              </a:ext>
            </a:extLst>
          </p:cNvPr>
          <p:cNvSpPr/>
          <p:nvPr/>
        </p:nvSpPr>
        <p:spPr>
          <a:xfrm>
            <a:off x="7996538" y="3429000"/>
            <a:ext cx="2663592" cy="3183467"/>
          </a:xfrm>
          <a:prstGeom prst="cub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ube 21">
            <a:extLst>
              <a:ext uri="{FF2B5EF4-FFF2-40B4-BE49-F238E27FC236}">
                <a16:creationId xmlns:a16="http://schemas.microsoft.com/office/drawing/2014/main" id="{AC91F5D0-FCA6-578F-0DAE-99CB2BB34E07}"/>
              </a:ext>
            </a:extLst>
          </p:cNvPr>
          <p:cNvSpPr/>
          <p:nvPr/>
        </p:nvSpPr>
        <p:spPr>
          <a:xfrm>
            <a:off x="1601183" y="3435350"/>
            <a:ext cx="9192043" cy="3177118"/>
          </a:xfrm>
          <a:prstGeom prst="cub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1131CC8C-C6E2-8308-BA92-B604CA6E0106}"/>
              </a:ext>
            </a:extLst>
          </p:cNvPr>
          <p:cNvSpPr txBox="1"/>
          <p:nvPr/>
        </p:nvSpPr>
        <p:spPr>
          <a:xfrm>
            <a:off x="230869" y="1485752"/>
            <a:ext cx="11961131" cy="1200329"/>
          </a:xfrm>
          <a:prstGeom prst="rect">
            <a:avLst/>
          </a:prstGeom>
          <a:noFill/>
        </p:spPr>
        <p:txBody>
          <a:bodyPr wrap="square" rtlCol="0">
            <a:spAutoFit/>
          </a:bodyPr>
          <a:lstStyle/>
          <a:p>
            <a:r>
              <a:rPr lang="en-US" sz="7200" b="1" i="1">
                <a:solidFill>
                  <a:schemeClr val="bg1"/>
                </a:solidFill>
                <a:effectLst>
                  <a:outerShdw blurRad="38100" dist="38100" dir="2700000" algn="tl">
                    <a:srgbClr val="000000">
                      <a:alpha val="43137"/>
                    </a:srgbClr>
                  </a:outerShdw>
                  <a:reflection blurRad="6350" stA="55000" endA="300" endPos="45500" dir="5400000" sy="-100000" algn="bl" rotWithShape="0"/>
                </a:effectLst>
              </a:rPr>
              <a:t>THANK YOU FOR LISTENING</a:t>
            </a:r>
            <a:endParaRPr lang="en-CA" sz="7200" b="1" i="1">
              <a:solidFill>
                <a:schemeClr val="bg1"/>
              </a:solidFill>
              <a:effectLst>
                <a:outerShdw blurRad="38100" dist="38100" dir="2700000" algn="tl">
                  <a:srgbClr val="000000">
                    <a:alpha val="43137"/>
                  </a:srgbClr>
                </a:outerShdw>
                <a:reflection blurRad="6350" stA="55000" endA="300" endPos="45500" dir="5400000" sy="-100000" algn="bl" rotWithShape="0"/>
              </a:effectLst>
            </a:endParaRPr>
          </a:p>
        </p:txBody>
      </p:sp>
    </p:spTree>
    <p:extLst>
      <p:ext uri="{BB962C8B-B14F-4D97-AF65-F5344CB8AC3E}">
        <p14:creationId xmlns:p14="http://schemas.microsoft.com/office/powerpoint/2010/main" val="2192295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31D828-C8FD-CAA6-C278-3E2FCACBE80D}"/>
              </a:ext>
            </a:extLst>
          </p:cNvPr>
          <p:cNvSpPr txBox="1"/>
          <p:nvPr/>
        </p:nvSpPr>
        <p:spPr>
          <a:xfrm>
            <a:off x="294289" y="4951842"/>
            <a:ext cx="6096000" cy="2031325"/>
          </a:xfrm>
          <a:prstGeom prst="rect">
            <a:avLst/>
          </a:prstGeom>
          <a:noFill/>
        </p:spPr>
        <p:txBody>
          <a:bodyPr wrap="square">
            <a:spAutoFit/>
          </a:bodyPr>
          <a:lstStyle/>
          <a:p>
            <a:r>
              <a:rPr lang="en-CA">
                <a:solidFill>
                  <a:srgbClr val="467886"/>
                </a:solidFill>
                <a:hlinkClick r:id="rId2">
                  <a:extLst>
                    <a:ext uri="{A12FA001-AC4F-418D-AE19-62706E023703}">
                      <ahyp:hlinkClr xmlns:ahyp="http://schemas.microsoft.com/office/drawing/2018/hyperlinkcolor" val="tx"/>
                    </a:ext>
                  </a:extLst>
                </a:hlinkClick>
              </a:rPr>
              <a:t>https://share.google/</a:t>
            </a:r>
            <a:r>
              <a:rPr lang="en-CA">
                <a:solidFill>
                  <a:schemeClr val="bg1"/>
                </a:solidFill>
                <a:hlinkClick r:id="rId2">
                  <a:extLst>
                    <a:ext uri="{A12FA001-AC4F-418D-AE19-62706E023703}">
                      <ahyp:hlinkClr xmlns:ahyp="http://schemas.microsoft.com/office/drawing/2018/hyperlinkcolor" val="tx"/>
                    </a:ext>
                  </a:extLst>
                </a:hlinkClick>
              </a:rPr>
              <a:t>kjG5B688r4YWEw3oa</a:t>
            </a:r>
            <a:endParaRPr lang="en-CA">
              <a:solidFill>
                <a:schemeClr val="bg1"/>
              </a:solidFill>
            </a:endParaRPr>
          </a:p>
          <a:p>
            <a:r>
              <a:rPr lang="en-CA">
                <a:solidFill>
                  <a:schemeClr val="bg1"/>
                </a:solidFill>
                <a:hlinkClick r:id="rId3"/>
              </a:rPr>
              <a:t>https://share.google/n11OeFyZyh3SocZGn</a:t>
            </a:r>
            <a:endParaRPr lang="en-CA">
              <a:solidFill>
                <a:schemeClr val="bg1"/>
              </a:solidFill>
            </a:endParaRPr>
          </a:p>
          <a:p>
            <a:r>
              <a:rPr lang="en-CA">
                <a:solidFill>
                  <a:schemeClr val="bg1"/>
                </a:solidFill>
                <a:hlinkClick r:id="rId4"/>
              </a:rPr>
              <a:t>https://share.google/xWSVnk9F21wtfvn3c</a:t>
            </a:r>
            <a:endParaRPr lang="en-CA">
              <a:solidFill>
                <a:schemeClr val="bg1"/>
              </a:solidFill>
            </a:endParaRPr>
          </a:p>
          <a:p>
            <a:r>
              <a:rPr lang="en-CA">
                <a:solidFill>
                  <a:schemeClr val="bg1"/>
                </a:solidFill>
                <a:hlinkClick r:id="rId5"/>
              </a:rPr>
              <a:t>https://share.google/SQ4IXsxhOLGTyOB8R</a:t>
            </a:r>
            <a:endParaRPr lang="en-CA">
              <a:solidFill>
                <a:schemeClr val="bg1"/>
              </a:solidFill>
            </a:endParaRPr>
          </a:p>
          <a:p>
            <a:r>
              <a:rPr lang="en-CA">
                <a:solidFill>
                  <a:schemeClr val="bg1"/>
                </a:solidFill>
              </a:rPr>
              <a:t>https://share.google/yCflIT31mOrIqlt1O</a:t>
            </a:r>
          </a:p>
          <a:p>
            <a:endParaRPr lang="en-CA">
              <a:solidFill>
                <a:schemeClr val="bg1"/>
              </a:solidFill>
            </a:endParaRPr>
          </a:p>
          <a:p>
            <a:endParaRPr lang="en-CA">
              <a:solidFill>
                <a:schemeClr val="bg1"/>
              </a:solidFill>
            </a:endParaRPr>
          </a:p>
        </p:txBody>
      </p:sp>
      <p:sp>
        <p:nvSpPr>
          <p:cNvPr id="4" name="TextBox 3">
            <a:extLst>
              <a:ext uri="{FF2B5EF4-FFF2-40B4-BE49-F238E27FC236}">
                <a16:creationId xmlns:a16="http://schemas.microsoft.com/office/drawing/2014/main" id="{453FCF19-588A-9663-F436-E5810E88E8E2}"/>
              </a:ext>
            </a:extLst>
          </p:cNvPr>
          <p:cNvSpPr txBox="1"/>
          <p:nvPr/>
        </p:nvSpPr>
        <p:spPr>
          <a:xfrm>
            <a:off x="294289" y="4582510"/>
            <a:ext cx="5906814" cy="369332"/>
          </a:xfrm>
          <a:prstGeom prst="rect">
            <a:avLst/>
          </a:prstGeom>
          <a:noFill/>
        </p:spPr>
        <p:txBody>
          <a:bodyPr wrap="square" rtlCol="0">
            <a:spAutoFit/>
          </a:bodyPr>
          <a:lstStyle/>
          <a:p>
            <a:r>
              <a:rPr lang="en-US">
                <a:solidFill>
                  <a:schemeClr val="bg1"/>
                </a:solidFill>
              </a:rPr>
              <a:t>Credit to all the photo we used</a:t>
            </a:r>
            <a:endParaRPr lang="en-CA">
              <a:solidFill>
                <a:schemeClr val="bg1"/>
              </a:solidFill>
            </a:endParaRPr>
          </a:p>
        </p:txBody>
      </p:sp>
    </p:spTree>
    <p:extLst>
      <p:ext uri="{BB962C8B-B14F-4D97-AF65-F5344CB8AC3E}">
        <p14:creationId xmlns:p14="http://schemas.microsoft.com/office/powerpoint/2010/main" val="985458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FD68050CE9C44E82E36CC62424E620" ma:contentTypeVersion="5" ma:contentTypeDescription="Create a new document." ma:contentTypeScope="" ma:versionID="8421d284d7f2948e0cc451668b4ca7c0">
  <xsd:schema xmlns:xsd="http://www.w3.org/2001/XMLSchema" xmlns:xs="http://www.w3.org/2001/XMLSchema" xmlns:p="http://schemas.microsoft.com/office/2006/metadata/properties" xmlns:ns3="539bf27b-6ba9-4563-9663-8e6293fc5b3b" targetNamespace="http://schemas.microsoft.com/office/2006/metadata/properties" ma:root="true" ma:fieldsID="c2ca6bfd6f9dc7e4f37f19ae994e1e63" ns3:_="">
    <xsd:import namespace="539bf27b-6ba9-4563-9663-8e6293fc5b3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9bf27b-6ba9-4563-9663-8e6293fc5b3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39bf27b-6ba9-4563-9663-8e6293fc5b3b" xsi:nil="true"/>
  </documentManagement>
</p:properties>
</file>

<file path=customXml/itemProps1.xml><?xml version="1.0" encoding="utf-8"?>
<ds:datastoreItem xmlns:ds="http://schemas.openxmlformats.org/officeDocument/2006/customXml" ds:itemID="{0050FDAE-37C5-46CD-BAE4-FA37479A6ACD}">
  <ds:schemaRefs>
    <ds:schemaRef ds:uri="539bf27b-6ba9-4563-9663-8e6293fc5b3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49F7CF4-910C-43BC-9DCB-33F198C0109A}">
  <ds:schemaRefs>
    <ds:schemaRef ds:uri="http://schemas.microsoft.com/sharepoint/v3/contenttype/forms"/>
  </ds:schemaRefs>
</ds:datastoreItem>
</file>

<file path=customXml/itemProps3.xml><?xml version="1.0" encoding="utf-8"?>
<ds:datastoreItem xmlns:ds="http://schemas.openxmlformats.org/officeDocument/2006/customXml" ds:itemID="{83B8D32C-C616-450A-A725-A432762E03AB}">
  <ds:schemaRefs>
    <ds:schemaRef ds:uri="539bf27b-6ba9-4563-9663-8e6293fc5b3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59</TotalTime>
  <Words>527</Words>
  <Application>Microsoft Office PowerPoint</Application>
  <PresentationFormat>Widescreen</PresentationFormat>
  <Paragraphs>50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Display</vt:lpstr>
      <vt:lpstr>Arial</vt:lpstr>
      <vt:lpstr>Arial,Sans-Serif</vt:lpstr>
      <vt:lpstr>Baguet Script</vt:lpstr>
      <vt:lpstr>Consolas</vt:lpstr>
      <vt:lpstr>Papyrus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Satt Linn Tun</dc:creator>
  <cp:lastModifiedBy>Satt Linn Tun</cp:lastModifiedBy>
  <cp:revision>4</cp:revision>
  <dcterms:created xsi:type="dcterms:W3CDTF">2026-10-16T21:08:51Z</dcterms:created>
  <dcterms:modified xsi:type="dcterms:W3CDTF">2026-10-23T17:19:25Z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0x01010092FD68050CE9C44E82E36CC62424E620</vt:lpwstr>
  </property>
</Properties>
</file>